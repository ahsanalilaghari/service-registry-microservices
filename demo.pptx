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60" r:id="rId3"/>
    <p:sldId id="274" r:id="rId4"/>
    <p:sldId id="258" r:id="rId5"/>
    <p:sldId id="259" r:id="rId6"/>
    <p:sldId id="268" r:id="rId7"/>
    <p:sldId id="265" r:id="rId8"/>
    <p:sldId id="275" r:id="rId9"/>
    <p:sldId id="269" r:id="rId10"/>
    <p:sldId id="270" r:id="rId11"/>
    <p:sldId id="271" r:id="rId12"/>
    <p:sldId id="276" r:id="rId13"/>
    <p:sldId id="266" r:id="rId14"/>
    <p:sldId id="257" r:id="rId15"/>
    <p:sldId id="278" r:id="rId16"/>
    <p:sldId id="277" r:id="rId17"/>
    <p:sldId id="261" r:id="rId18"/>
    <p:sldId id="26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BA8F5-641B-BEB5-8C46-CE432E494FAE}" v="472" dt="2024-12-06T03:41:09.459"/>
    <p1510:client id="{40B75772-16EC-C50D-F99E-7B0425765F88}" v="368" dt="2024-12-06T03:31:18.814"/>
    <p1510:client id="{598548E7-462D-91B6-5CF9-F238D1ECF092}" v="175" dt="2024-12-05T21:56:36.972"/>
    <p1510:client id="{99156104-1F85-BCD4-DBBE-E13D08BD7DEB}" v="18" dt="2024-12-06T03:35:03.665"/>
    <p1510:client id="{B4EDA59F-D5F3-B43F-E75F-29DCECFED59A}" v="124" dt="2024-12-06T03:29:50.391"/>
    <p1510:client id="{B6260B17-4EEA-E0FD-BD0E-21B883DCF78E}" v="1818" dt="2024-12-05T22:40:02.362"/>
    <p1510:client id="{B628B559-A6DC-8DEC-3895-88D6034BFF79}" v="2529" dt="2024-12-06T02:16:51.665"/>
    <p1510:client id="{F07140EF-9097-474E-6C07-9606D12389B4}" v="1590" dt="2024-12-06T02:30:13.3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t Li" userId="S::vli246@uwo.ca::453c76dc-f084-436e-bb70-5dd2bae1a9fa" providerId="AD" clId="Web-{598548E7-462D-91B6-5CF9-F238D1ECF092}"/>
    <pc:docChg chg="addSld delSld modSld">
      <pc:chgData name="Vincent Li" userId="S::vli246@uwo.ca::453c76dc-f084-436e-bb70-5dd2bae1a9fa" providerId="AD" clId="Web-{598548E7-462D-91B6-5CF9-F238D1ECF092}" dt="2024-12-05T21:56:32.847" v="154"/>
      <pc:docMkLst>
        <pc:docMk/>
      </pc:docMkLst>
      <pc:sldChg chg="modSp">
        <pc:chgData name="Vincent Li" userId="S::vli246@uwo.ca::453c76dc-f084-436e-bb70-5dd2bae1a9fa" providerId="AD" clId="Web-{598548E7-462D-91B6-5CF9-F238D1ECF092}" dt="2024-12-05T21:34:04.634" v="9" actId="20577"/>
        <pc:sldMkLst>
          <pc:docMk/>
          <pc:sldMk cId="109857222" sldId="256"/>
        </pc:sldMkLst>
        <pc:spChg chg="mod">
          <ac:chgData name="Vincent Li" userId="S::vli246@uwo.ca::453c76dc-f084-436e-bb70-5dd2bae1a9fa" providerId="AD" clId="Web-{598548E7-462D-91B6-5CF9-F238D1ECF092}" dt="2024-12-05T21:34:04.634" v="9" actId="20577"/>
          <ac:spMkLst>
            <pc:docMk/>
            <pc:sldMk cId="109857222" sldId="256"/>
            <ac:spMk id="2" creationId="{00000000-0000-0000-0000-000000000000}"/>
          </ac:spMkLst>
        </pc:spChg>
        <pc:spChg chg="mod">
          <ac:chgData name="Vincent Li" userId="S::vli246@uwo.ca::453c76dc-f084-436e-bb70-5dd2bae1a9fa" providerId="AD" clId="Web-{598548E7-462D-91B6-5CF9-F238D1ECF092}" dt="2024-12-05T21:33:58.962" v="6" actId="20577"/>
          <ac:spMkLst>
            <pc:docMk/>
            <pc:sldMk cId="109857222" sldId="256"/>
            <ac:spMk id="3" creationId="{00000000-0000-0000-0000-000000000000}"/>
          </ac:spMkLst>
        </pc:spChg>
      </pc:sldChg>
      <pc:sldChg chg="new del">
        <pc:chgData name="Vincent Li" userId="S::vli246@uwo.ca::453c76dc-f084-436e-bb70-5dd2bae1a9fa" providerId="AD" clId="Web-{598548E7-462D-91B6-5CF9-F238D1ECF092}" dt="2024-12-05T21:34:40.947" v="11"/>
        <pc:sldMkLst>
          <pc:docMk/>
          <pc:sldMk cId="1125338983" sldId="257"/>
        </pc:sldMkLst>
      </pc:sldChg>
      <pc:sldChg chg="modSp new">
        <pc:chgData name="Vincent Li" userId="S::vli246@uwo.ca::453c76dc-f084-436e-bb70-5dd2bae1a9fa" providerId="AD" clId="Web-{598548E7-462D-91B6-5CF9-F238D1ECF092}" dt="2024-12-05T21:34:57.353" v="31" actId="20577"/>
        <pc:sldMkLst>
          <pc:docMk/>
          <pc:sldMk cId="2003698786" sldId="257"/>
        </pc:sldMkLst>
        <pc:spChg chg="mod">
          <ac:chgData name="Vincent Li" userId="S::vli246@uwo.ca::453c76dc-f084-436e-bb70-5dd2bae1a9fa" providerId="AD" clId="Web-{598548E7-462D-91B6-5CF9-F238D1ECF092}" dt="2024-12-05T21:34:54.150" v="27" actId="20577"/>
          <ac:spMkLst>
            <pc:docMk/>
            <pc:sldMk cId="2003698786" sldId="257"/>
            <ac:spMk id="2" creationId="{6801ECF4-93EC-F360-CE29-FBECB259739B}"/>
          </ac:spMkLst>
        </pc:spChg>
        <pc:spChg chg="mod">
          <ac:chgData name="Vincent Li" userId="S::vli246@uwo.ca::453c76dc-f084-436e-bb70-5dd2bae1a9fa" providerId="AD" clId="Web-{598548E7-462D-91B6-5CF9-F238D1ECF092}" dt="2024-12-05T21:34:57.353" v="31" actId="20577"/>
          <ac:spMkLst>
            <pc:docMk/>
            <pc:sldMk cId="2003698786" sldId="257"/>
            <ac:spMk id="3" creationId="{2DD36333-F662-6060-C449-EB0C0E08CE52}"/>
          </ac:spMkLst>
        </pc:spChg>
      </pc:sldChg>
      <pc:sldChg chg="addSp delSp modSp new">
        <pc:chgData name="Vincent Li" userId="S::vli246@uwo.ca::453c76dc-f084-436e-bb70-5dd2bae1a9fa" providerId="AD" clId="Web-{598548E7-462D-91B6-5CF9-F238D1ECF092}" dt="2024-12-05T21:56:32.847" v="154"/>
        <pc:sldMkLst>
          <pc:docMk/>
          <pc:sldMk cId="1533982562" sldId="260"/>
        </pc:sldMkLst>
        <pc:spChg chg="mod">
          <ac:chgData name="Vincent Li" userId="S::vli246@uwo.ca::453c76dc-f084-436e-bb70-5dd2bae1a9fa" providerId="AD" clId="Web-{598548E7-462D-91B6-5CF9-F238D1ECF092}" dt="2024-12-05T21:55:08.284" v="47" actId="20577"/>
          <ac:spMkLst>
            <pc:docMk/>
            <pc:sldMk cId="1533982562" sldId="260"/>
            <ac:spMk id="2" creationId="{84E16A82-0773-269C-3315-C60DF15EA3D9}"/>
          </ac:spMkLst>
        </pc:spChg>
        <pc:spChg chg="del">
          <ac:chgData name="Vincent Li" userId="S::vli246@uwo.ca::453c76dc-f084-436e-bb70-5dd2bae1a9fa" providerId="AD" clId="Web-{598548E7-462D-91B6-5CF9-F238D1ECF092}" dt="2024-12-05T21:55:16.175" v="48"/>
          <ac:spMkLst>
            <pc:docMk/>
            <pc:sldMk cId="1533982562" sldId="260"/>
            <ac:spMk id="3" creationId="{CBEFE046-D9FB-07CF-01F5-AD1E67433F07}"/>
          </ac:spMkLst>
        </pc:spChg>
        <pc:graphicFrameChg chg="add mod ord modGraphic">
          <ac:chgData name="Vincent Li" userId="S::vli246@uwo.ca::453c76dc-f084-436e-bb70-5dd2bae1a9fa" providerId="AD" clId="Web-{598548E7-462D-91B6-5CF9-F238D1ECF092}" dt="2024-12-05T21:56:32.847" v="154"/>
          <ac:graphicFrameMkLst>
            <pc:docMk/>
            <pc:sldMk cId="1533982562" sldId="260"/>
            <ac:graphicFrameMk id="4" creationId="{810C7181-4290-C1C5-133B-5A8AFED40367}"/>
          </ac:graphicFrameMkLst>
        </pc:graphicFrameChg>
      </pc:sldChg>
    </pc:docChg>
  </pc:docChgLst>
  <pc:docChgLst>
    <pc:chgData name="River Wang" userId="S::twang666@uwo.ca::366c29b7-799e-4ae0-9a14-07cde18257da" providerId="AD" clId="Web-{B6260B17-4EEA-E0FD-BD0E-21B883DCF78E}"/>
    <pc:docChg chg="addSld modSld">
      <pc:chgData name="River Wang" userId="S::twang666@uwo.ca::366c29b7-799e-4ae0-9a14-07cde18257da" providerId="AD" clId="Web-{B6260B17-4EEA-E0FD-BD0E-21B883DCF78E}" dt="2024-12-05T22:40:01.378" v="1694" actId="20577"/>
      <pc:docMkLst>
        <pc:docMk/>
      </pc:docMkLst>
      <pc:sldChg chg="modSp">
        <pc:chgData name="River Wang" userId="S::twang666@uwo.ca::366c29b7-799e-4ae0-9a14-07cde18257da" providerId="AD" clId="Web-{B6260B17-4EEA-E0FD-BD0E-21B883DCF78E}" dt="2024-12-05T21:57:07.515" v="852" actId="20577"/>
        <pc:sldMkLst>
          <pc:docMk/>
          <pc:sldMk cId="109857222" sldId="256"/>
        </pc:sldMkLst>
        <pc:spChg chg="mod">
          <ac:chgData name="River Wang" userId="S::twang666@uwo.ca::366c29b7-799e-4ae0-9a14-07cde18257da" providerId="AD" clId="Web-{B6260B17-4EEA-E0FD-BD0E-21B883DCF78E}" dt="2024-12-05T21:57:07.515" v="852" actId="20577"/>
          <ac:spMkLst>
            <pc:docMk/>
            <pc:sldMk cId="109857222" sldId="256"/>
            <ac:spMk id="2" creationId="{00000000-0000-0000-0000-000000000000}"/>
          </ac:spMkLst>
        </pc:spChg>
        <pc:spChg chg="mod">
          <ac:chgData name="River Wang" userId="S::twang666@uwo.ca::366c29b7-799e-4ae0-9a14-07cde18257da" providerId="AD" clId="Web-{B6260B17-4EEA-E0FD-BD0E-21B883DCF78E}" dt="2024-12-05T21:56:23.718" v="822" actId="20577"/>
          <ac:spMkLst>
            <pc:docMk/>
            <pc:sldMk cId="109857222" sldId="256"/>
            <ac:spMk id="3" creationId="{00000000-0000-0000-0000-000000000000}"/>
          </ac:spMkLst>
        </pc:spChg>
      </pc:sldChg>
      <pc:sldChg chg="modSp new">
        <pc:chgData name="River Wang" userId="S::twang666@uwo.ca::366c29b7-799e-4ae0-9a14-07cde18257da" providerId="AD" clId="Web-{B6260B17-4EEA-E0FD-BD0E-21B883DCF78E}" dt="2024-12-05T22:09:57.148" v="1486" actId="20577"/>
        <pc:sldMkLst>
          <pc:docMk/>
          <pc:sldMk cId="1628934573" sldId="258"/>
        </pc:sldMkLst>
        <pc:spChg chg="mod">
          <ac:chgData name="River Wang" userId="S::twang666@uwo.ca::366c29b7-799e-4ae0-9a14-07cde18257da" providerId="AD" clId="Web-{B6260B17-4EEA-E0FD-BD0E-21B883DCF78E}" dt="2024-12-05T21:47:49.598" v="265" actId="20577"/>
          <ac:spMkLst>
            <pc:docMk/>
            <pc:sldMk cId="1628934573" sldId="258"/>
            <ac:spMk id="2" creationId="{C0BF8095-DDAE-59C2-1F7E-3FEC27B88B90}"/>
          </ac:spMkLst>
        </pc:spChg>
        <pc:spChg chg="mod">
          <ac:chgData name="River Wang" userId="S::twang666@uwo.ca::366c29b7-799e-4ae0-9a14-07cde18257da" providerId="AD" clId="Web-{B6260B17-4EEA-E0FD-BD0E-21B883DCF78E}" dt="2024-12-05T22:09:57.148" v="1486" actId="20577"/>
          <ac:spMkLst>
            <pc:docMk/>
            <pc:sldMk cId="1628934573" sldId="258"/>
            <ac:spMk id="3" creationId="{77A5EFFE-DDA4-D1F9-EB87-622776B04730}"/>
          </ac:spMkLst>
        </pc:spChg>
      </pc:sldChg>
      <pc:sldChg chg="addSp delSp modSp new">
        <pc:chgData name="River Wang" userId="S::twang666@uwo.ca::366c29b7-799e-4ae0-9a14-07cde18257da" providerId="AD" clId="Web-{B6260B17-4EEA-E0FD-BD0E-21B883DCF78E}" dt="2024-12-05T22:40:01.378" v="1694" actId="20577"/>
        <pc:sldMkLst>
          <pc:docMk/>
          <pc:sldMk cId="2599503679" sldId="259"/>
        </pc:sldMkLst>
        <pc:spChg chg="del">
          <ac:chgData name="River Wang" userId="S::twang666@uwo.ca::366c29b7-799e-4ae0-9a14-07cde18257da" providerId="AD" clId="Web-{B6260B17-4EEA-E0FD-BD0E-21B883DCF78E}" dt="2024-12-05T21:45:45.974" v="210"/>
          <ac:spMkLst>
            <pc:docMk/>
            <pc:sldMk cId="2599503679" sldId="259"/>
            <ac:spMk id="2" creationId="{077C6845-C6EB-93A0-D4C6-9614CE5D9A71}"/>
          </ac:spMkLst>
        </pc:spChg>
        <pc:spChg chg="del">
          <ac:chgData name="River Wang" userId="S::twang666@uwo.ca::366c29b7-799e-4ae0-9a14-07cde18257da" providerId="AD" clId="Web-{B6260B17-4EEA-E0FD-BD0E-21B883DCF78E}" dt="2024-12-05T21:45:47.100" v="211"/>
          <ac:spMkLst>
            <pc:docMk/>
            <pc:sldMk cId="2599503679" sldId="259"/>
            <ac:spMk id="3" creationId="{A2E98FE3-373B-244A-324C-8CEAB31CC0E1}"/>
          </ac:spMkLst>
        </pc:spChg>
        <pc:spChg chg="add del">
          <ac:chgData name="River Wang" userId="S::twang666@uwo.ca::366c29b7-799e-4ae0-9a14-07cde18257da" providerId="AD" clId="Web-{B6260B17-4EEA-E0FD-BD0E-21B883DCF78E}" dt="2024-12-05T21:46:10.802" v="213"/>
          <ac:spMkLst>
            <pc:docMk/>
            <pc:sldMk cId="2599503679" sldId="259"/>
            <ac:spMk id="4" creationId="{50B61E76-8E7A-6C86-5D68-37C32043879E}"/>
          </ac:spMkLst>
        </pc:spChg>
        <pc:spChg chg="add mod">
          <ac:chgData name="River Wang" userId="S::twang666@uwo.ca::366c29b7-799e-4ae0-9a14-07cde18257da" providerId="AD" clId="Web-{B6260B17-4EEA-E0FD-BD0E-21B883DCF78E}" dt="2024-12-05T22:40:01.378" v="1694" actId="20577"/>
          <ac:spMkLst>
            <pc:docMk/>
            <pc:sldMk cId="2599503679" sldId="259"/>
            <ac:spMk id="6" creationId="{5DC8D469-3116-E26E-5035-2A9C75879FB5}"/>
          </ac:spMkLst>
        </pc:spChg>
        <pc:graphicFrameChg chg="add del mod modGraphic">
          <ac:chgData name="River Wang" userId="S::twang666@uwo.ca::366c29b7-799e-4ae0-9a14-07cde18257da" providerId="AD" clId="Web-{B6260B17-4EEA-E0FD-BD0E-21B883DCF78E}" dt="2024-12-05T21:49:14.629" v="346"/>
          <ac:graphicFrameMkLst>
            <pc:docMk/>
            <pc:sldMk cId="2599503679" sldId="259"/>
            <ac:graphicFrameMk id="7" creationId="{591B1682-4F25-1856-0AF6-A7F098043074}"/>
          </ac:graphicFrameMkLst>
        </pc:graphicFrameChg>
        <pc:graphicFrameChg chg="add del mod modGraphic">
          <ac:chgData name="River Wang" userId="S::twang666@uwo.ca::366c29b7-799e-4ae0-9a14-07cde18257da" providerId="AD" clId="Web-{B6260B17-4EEA-E0FD-BD0E-21B883DCF78E}" dt="2024-12-05T21:49:15.941" v="347"/>
          <ac:graphicFrameMkLst>
            <pc:docMk/>
            <pc:sldMk cId="2599503679" sldId="259"/>
            <ac:graphicFrameMk id="9" creationId="{61EDC6FD-177C-F0D1-B163-D64E21EFDE5E}"/>
          </ac:graphicFrameMkLst>
        </pc:graphicFrameChg>
        <pc:graphicFrameChg chg="add mod modGraphic">
          <ac:chgData name="River Wang" userId="S::twang666@uwo.ca::366c29b7-799e-4ae0-9a14-07cde18257da" providerId="AD" clId="Web-{B6260B17-4EEA-E0FD-BD0E-21B883DCF78E}" dt="2024-12-05T21:57:51.186" v="921"/>
          <ac:graphicFrameMkLst>
            <pc:docMk/>
            <pc:sldMk cId="2599503679" sldId="259"/>
            <ac:graphicFrameMk id="10" creationId="{19728563-DB8F-C422-247E-5DEE63D71D22}"/>
          </ac:graphicFrameMkLst>
        </pc:graphicFrameChg>
        <pc:graphicFrameChg chg="add mod modGraphic">
          <ac:chgData name="River Wang" userId="S::twang666@uwo.ca::366c29b7-799e-4ae0-9a14-07cde18257da" providerId="AD" clId="Web-{B6260B17-4EEA-E0FD-BD0E-21B883DCF78E}" dt="2024-12-05T21:58:00.811" v="924" actId="1076"/>
          <ac:graphicFrameMkLst>
            <pc:docMk/>
            <pc:sldMk cId="2599503679" sldId="259"/>
            <ac:graphicFrameMk id="11" creationId="{19EB0A24-E71A-7765-7DFA-3C6CE3B566A1}"/>
          </ac:graphicFrameMkLst>
        </pc:graphicFrameChg>
        <pc:graphicFrameChg chg="add mod modGraphic">
          <ac:chgData name="River Wang" userId="S::twang666@uwo.ca::366c29b7-799e-4ae0-9a14-07cde18257da" providerId="AD" clId="Web-{B6260B17-4EEA-E0FD-BD0E-21B883DCF78E}" dt="2024-12-05T21:57:53.218" v="922"/>
          <ac:graphicFrameMkLst>
            <pc:docMk/>
            <pc:sldMk cId="2599503679" sldId="259"/>
            <ac:graphicFrameMk id="13" creationId="{AB57C44D-C75E-AC06-B6D0-22E2BCF24ADD}"/>
          </ac:graphicFrameMkLst>
        </pc:graphicFrameChg>
        <pc:graphicFrameChg chg="add mod modGraphic">
          <ac:chgData name="River Wang" userId="S::twang666@uwo.ca::366c29b7-799e-4ae0-9a14-07cde18257da" providerId="AD" clId="Web-{B6260B17-4EEA-E0FD-BD0E-21B883DCF78E}" dt="2024-12-05T21:58:00.842" v="926" actId="1076"/>
          <ac:graphicFrameMkLst>
            <pc:docMk/>
            <pc:sldMk cId="2599503679" sldId="259"/>
            <ac:graphicFrameMk id="15" creationId="{4BE03F1C-2E80-BA4E-7F39-A807D81B6370}"/>
          </ac:graphicFrameMkLst>
        </pc:graphicFrameChg>
        <pc:graphicFrameChg chg="add mod modGraphic">
          <ac:chgData name="River Wang" userId="S::twang666@uwo.ca::366c29b7-799e-4ae0-9a14-07cde18257da" providerId="AD" clId="Web-{B6260B17-4EEA-E0FD-BD0E-21B883DCF78E}" dt="2024-12-05T22:06:15.947" v="1187" actId="1076"/>
          <ac:graphicFrameMkLst>
            <pc:docMk/>
            <pc:sldMk cId="2599503679" sldId="259"/>
            <ac:graphicFrameMk id="17" creationId="{677F70D4-127B-9A0D-45BB-3CCCA18220F8}"/>
          </ac:graphicFrameMkLst>
        </pc:graphicFrameChg>
        <pc:picChg chg="add mod">
          <ac:chgData name="River Wang" userId="S::twang666@uwo.ca::366c29b7-799e-4ae0-9a14-07cde18257da" providerId="AD" clId="Web-{B6260B17-4EEA-E0FD-BD0E-21B883DCF78E}" dt="2024-12-05T21:48:08.879" v="278" actId="1076"/>
          <ac:picMkLst>
            <pc:docMk/>
            <pc:sldMk cId="2599503679" sldId="259"/>
            <ac:picMk id="5" creationId="{E60FC7C3-068F-B479-0F97-7345643A3CB5}"/>
          </ac:picMkLst>
        </pc:picChg>
        <pc:picChg chg="add mod">
          <ac:chgData name="River Wang" userId="S::twang666@uwo.ca::366c29b7-799e-4ae0-9a14-07cde18257da" providerId="AD" clId="Web-{B6260B17-4EEA-E0FD-BD0E-21B883DCF78E}" dt="2024-12-05T21:58:00.780" v="923" actId="1076"/>
          <ac:picMkLst>
            <pc:docMk/>
            <pc:sldMk cId="2599503679" sldId="259"/>
            <ac:picMk id="8" creationId="{344CBD2A-01B0-F10C-256A-1465605D80B5}"/>
          </ac:picMkLst>
        </pc:picChg>
        <pc:picChg chg="add mod">
          <ac:chgData name="River Wang" userId="S::twang666@uwo.ca::366c29b7-799e-4ae0-9a14-07cde18257da" providerId="AD" clId="Web-{B6260B17-4EEA-E0FD-BD0E-21B883DCF78E}" dt="2024-12-05T21:54:45.688" v="733" actId="1076"/>
          <ac:picMkLst>
            <pc:docMk/>
            <pc:sldMk cId="2599503679" sldId="259"/>
            <ac:picMk id="12" creationId="{9EA8CADF-162B-238E-8AA5-F52B4A45CB17}"/>
          </ac:picMkLst>
        </pc:picChg>
        <pc:picChg chg="add mod">
          <ac:chgData name="River Wang" userId="S::twang666@uwo.ca::366c29b7-799e-4ae0-9a14-07cde18257da" providerId="AD" clId="Web-{B6260B17-4EEA-E0FD-BD0E-21B883DCF78E}" dt="2024-12-05T21:58:00.827" v="925" actId="1076"/>
          <ac:picMkLst>
            <pc:docMk/>
            <pc:sldMk cId="2599503679" sldId="259"/>
            <ac:picMk id="14" creationId="{F57A7A21-40F6-AC2F-8B7B-25D90CFF2D14}"/>
          </ac:picMkLst>
        </pc:picChg>
        <pc:picChg chg="add mod">
          <ac:chgData name="River Wang" userId="S::twang666@uwo.ca::366c29b7-799e-4ae0-9a14-07cde18257da" providerId="AD" clId="Web-{B6260B17-4EEA-E0FD-BD0E-21B883DCF78E}" dt="2024-12-05T22:06:15.916" v="1186" actId="1076"/>
          <ac:picMkLst>
            <pc:docMk/>
            <pc:sldMk cId="2599503679" sldId="259"/>
            <ac:picMk id="16" creationId="{AB195939-56D7-8039-1A51-D4DD152D55E2}"/>
          </ac:picMkLst>
        </pc:picChg>
      </pc:sldChg>
      <pc:sldChg chg="modSp">
        <pc:chgData name="River Wang" userId="S::twang666@uwo.ca::366c29b7-799e-4ae0-9a14-07cde18257da" providerId="AD" clId="Web-{B6260B17-4EEA-E0FD-BD0E-21B883DCF78E}" dt="2024-12-05T21:57:32.437" v="920"/>
        <pc:sldMkLst>
          <pc:docMk/>
          <pc:sldMk cId="1533982562" sldId="260"/>
        </pc:sldMkLst>
        <pc:graphicFrameChg chg="mod modGraphic">
          <ac:chgData name="River Wang" userId="S::twang666@uwo.ca::366c29b7-799e-4ae0-9a14-07cde18257da" providerId="AD" clId="Web-{B6260B17-4EEA-E0FD-BD0E-21B883DCF78E}" dt="2024-12-05T21:57:32.437" v="920"/>
          <ac:graphicFrameMkLst>
            <pc:docMk/>
            <pc:sldMk cId="1533982562" sldId="260"/>
            <ac:graphicFrameMk id="4" creationId="{810C7181-4290-C1C5-133B-5A8AFED40367}"/>
          </ac:graphicFrameMkLst>
        </pc:graphicFrameChg>
      </pc:sldChg>
      <pc:sldChg chg="modSp new">
        <pc:chgData name="River Wang" userId="S::twang666@uwo.ca::366c29b7-799e-4ae0-9a14-07cde18257da" providerId="AD" clId="Web-{B6260B17-4EEA-E0FD-BD0E-21B883DCF78E}" dt="2024-12-05T22:12:26.881" v="1693" actId="20577"/>
        <pc:sldMkLst>
          <pc:docMk/>
          <pc:sldMk cId="1451550933" sldId="261"/>
        </pc:sldMkLst>
        <pc:spChg chg="mod">
          <ac:chgData name="River Wang" userId="S::twang666@uwo.ca::366c29b7-799e-4ae0-9a14-07cde18257da" providerId="AD" clId="Web-{B6260B17-4EEA-E0FD-BD0E-21B883DCF78E}" dt="2024-12-05T22:03:46.324" v="1032" actId="20577"/>
          <ac:spMkLst>
            <pc:docMk/>
            <pc:sldMk cId="1451550933" sldId="261"/>
            <ac:spMk id="2" creationId="{A104FABA-4CBC-3B45-981C-84FA2C3E3F41}"/>
          </ac:spMkLst>
        </pc:spChg>
        <pc:spChg chg="mod">
          <ac:chgData name="River Wang" userId="S::twang666@uwo.ca::366c29b7-799e-4ae0-9a14-07cde18257da" providerId="AD" clId="Web-{B6260B17-4EEA-E0FD-BD0E-21B883DCF78E}" dt="2024-12-05T22:12:26.881" v="1693" actId="20577"/>
          <ac:spMkLst>
            <pc:docMk/>
            <pc:sldMk cId="1451550933" sldId="261"/>
            <ac:spMk id="3" creationId="{40FE08B1-B308-4C42-213F-D97E97D30E06}"/>
          </ac:spMkLst>
        </pc:spChg>
      </pc:sldChg>
    </pc:docChg>
  </pc:docChgLst>
  <pc:docChgLst>
    <pc:chgData name="Anusha Sheikh" userId="S::asheik55@uwo.ca::3f0ea71d-5e6e-4e90-9f86-94b6d8b1299c" providerId="AD" clId="Web-{40B75772-16EC-C50D-F99E-7B0425765F88}"/>
    <pc:docChg chg="addSld delSld modSld sldOrd">
      <pc:chgData name="Anusha Sheikh" userId="S::asheik55@uwo.ca::3f0ea71d-5e6e-4e90-9f86-94b6d8b1299c" providerId="AD" clId="Web-{40B75772-16EC-C50D-F99E-7B0425765F88}" dt="2024-12-06T03:31:18.814" v="339"/>
      <pc:docMkLst>
        <pc:docMk/>
      </pc:docMkLst>
      <pc:sldChg chg="modSp ord">
        <pc:chgData name="Anusha Sheikh" userId="S::asheik55@uwo.ca::3f0ea71d-5e6e-4e90-9f86-94b6d8b1299c" providerId="AD" clId="Web-{40B75772-16EC-C50D-F99E-7B0425765F88}" dt="2024-12-06T01:26:10.007" v="191"/>
        <pc:sldMkLst>
          <pc:docMk/>
          <pc:sldMk cId="1533982562" sldId="260"/>
        </pc:sldMkLst>
        <pc:graphicFrameChg chg="mod modGraphic">
          <ac:chgData name="Anusha Sheikh" userId="S::asheik55@uwo.ca::3f0ea71d-5e6e-4e90-9f86-94b6d8b1299c" providerId="AD" clId="Web-{40B75772-16EC-C50D-F99E-7B0425765F88}" dt="2024-12-06T01:25:10.785" v="159"/>
          <ac:graphicFrameMkLst>
            <pc:docMk/>
            <pc:sldMk cId="1533982562" sldId="260"/>
            <ac:graphicFrameMk id="4" creationId="{810C7181-4290-C1C5-133B-5A8AFED40367}"/>
          </ac:graphicFrameMkLst>
        </pc:graphicFrameChg>
      </pc:sldChg>
      <pc:sldChg chg="modSp">
        <pc:chgData name="Anusha Sheikh" userId="S::asheik55@uwo.ca::3f0ea71d-5e6e-4e90-9f86-94b6d8b1299c" providerId="AD" clId="Web-{40B75772-16EC-C50D-F99E-7B0425765F88}" dt="2024-12-06T01:43:14.461" v="243" actId="20577"/>
        <pc:sldMkLst>
          <pc:docMk/>
          <pc:sldMk cId="2478839485" sldId="262"/>
        </pc:sldMkLst>
        <pc:spChg chg="mod">
          <ac:chgData name="Anusha Sheikh" userId="S::asheik55@uwo.ca::3f0ea71d-5e6e-4e90-9f86-94b6d8b1299c" providerId="AD" clId="Web-{40B75772-16EC-C50D-F99E-7B0425765F88}" dt="2024-12-06T01:43:14.461" v="243" actId="20577"/>
          <ac:spMkLst>
            <pc:docMk/>
            <pc:sldMk cId="2478839485" sldId="262"/>
            <ac:spMk id="2" creationId="{D8666A75-1F0E-AF8D-9B1C-B456064C3935}"/>
          </ac:spMkLst>
        </pc:spChg>
      </pc:sldChg>
      <pc:sldChg chg="modSp del ord">
        <pc:chgData name="Anusha Sheikh" userId="S::asheik55@uwo.ca::3f0ea71d-5e6e-4e90-9f86-94b6d8b1299c" providerId="AD" clId="Web-{40B75772-16EC-C50D-F99E-7B0425765F88}" dt="2024-12-06T02:23:50.123" v="244"/>
        <pc:sldMkLst>
          <pc:docMk/>
          <pc:sldMk cId="563470673" sldId="267"/>
        </pc:sldMkLst>
        <pc:spChg chg="mod">
          <ac:chgData name="Anusha Sheikh" userId="S::asheik55@uwo.ca::3f0ea71d-5e6e-4e90-9f86-94b6d8b1299c" providerId="AD" clId="Web-{40B75772-16EC-C50D-F99E-7B0425765F88}" dt="2024-12-06T01:25:57.429" v="190" actId="20577"/>
          <ac:spMkLst>
            <pc:docMk/>
            <pc:sldMk cId="563470673" sldId="267"/>
            <ac:spMk id="2" creationId="{E88BDF30-BFC5-C024-B4ED-97DEC0BBF1C3}"/>
          </ac:spMkLst>
        </pc:spChg>
      </pc:sldChg>
      <pc:sldChg chg="modSp add ord replId">
        <pc:chgData name="Anusha Sheikh" userId="S::asheik55@uwo.ca::3f0ea71d-5e6e-4e90-9f86-94b6d8b1299c" providerId="AD" clId="Web-{40B75772-16EC-C50D-F99E-7B0425765F88}" dt="2024-12-06T03:29:31.095" v="335"/>
        <pc:sldMkLst>
          <pc:docMk/>
          <pc:sldMk cId="2286402571" sldId="277"/>
        </pc:sldMkLst>
        <pc:spChg chg="mod">
          <ac:chgData name="Anusha Sheikh" userId="S::asheik55@uwo.ca::3f0ea71d-5e6e-4e90-9f86-94b6d8b1299c" providerId="AD" clId="Web-{40B75772-16EC-C50D-F99E-7B0425765F88}" dt="2024-12-06T03:25:21.874" v="262" actId="20577"/>
          <ac:spMkLst>
            <pc:docMk/>
            <pc:sldMk cId="2286402571" sldId="277"/>
            <ac:spMk id="2" creationId="{D8666A75-1F0E-AF8D-9B1C-B456064C3935}"/>
          </ac:spMkLst>
        </pc:spChg>
        <pc:spChg chg="mod">
          <ac:chgData name="Anusha Sheikh" userId="S::asheik55@uwo.ca::3f0ea71d-5e6e-4e90-9f86-94b6d8b1299c" providerId="AD" clId="Web-{40B75772-16EC-C50D-F99E-7B0425765F88}" dt="2024-12-06T03:29:24.266" v="334" actId="20577"/>
          <ac:spMkLst>
            <pc:docMk/>
            <pc:sldMk cId="2286402571" sldId="277"/>
            <ac:spMk id="3" creationId="{B84B5BC0-58BF-C281-C522-83058971B0F5}"/>
          </ac:spMkLst>
        </pc:spChg>
      </pc:sldChg>
      <pc:sldChg chg="addSp delSp modSp new mod ord setBg">
        <pc:chgData name="Anusha Sheikh" userId="S::asheik55@uwo.ca::3f0ea71d-5e6e-4e90-9f86-94b6d8b1299c" providerId="AD" clId="Web-{40B75772-16EC-C50D-F99E-7B0425765F88}" dt="2024-12-06T03:31:18.814" v="339"/>
        <pc:sldMkLst>
          <pc:docMk/>
          <pc:sldMk cId="2630337506" sldId="278"/>
        </pc:sldMkLst>
        <pc:spChg chg="del">
          <ac:chgData name="Anusha Sheikh" userId="S::asheik55@uwo.ca::3f0ea71d-5e6e-4e90-9f86-94b6d8b1299c" providerId="AD" clId="Web-{40B75772-16EC-C50D-F99E-7B0425765F88}" dt="2024-12-06T03:31:11.455" v="338"/>
          <ac:spMkLst>
            <pc:docMk/>
            <pc:sldMk cId="2630337506" sldId="278"/>
            <ac:spMk id="2" creationId="{7A200EA0-A838-04AE-CA5E-591EC199C344}"/>
          </ac:spMkLst>
        </pc:spChg>
        <pc:spChg chg="del">
          <ac:chgData name="Anusha Sheikh" userId="S::asheik55@uwo.ca::3f0ea71d-5e6e-4e90-9f86-94b6d8b1299c" providerId="AD" clId="Web-{40B75772-16EC-C50D-F99E-7B0425765F88}" dt="2024-12-06T03:31:08.392" v="337"/>
          <ac:spMkLst>
            <pc:docMk/>
            <pc:sldMk cId="2630337506" sldId="278"/>
            <ac:spMk id="3" creationId="{2064C085-F892-2772-0B3A-1FFD442DC532}"/>
          </ac:spMkLst>
        </pc:spChg>
        <pc:spChg chg="add">
          <ac:chgData name="Anusha Sheikh" userId="S::asheik55@uwo.ca::3f0ea71d-5e6e-4e90-9f86-94b6d8b1299c" providerId="AD" clId="Web-{40B75772-16EC-C50D-F99E-7B0425765F88}" dt="2024-12-06T03:31:11.455" v="338"/>
          <ac:spMkLst>
            <pc:docMk/>
            <pc:sldMk cId="2630337506" sldId="278"/>
            <ac:spMk id="9" creationId="{42A4FC2C-047E-45A5-965D-8E1E3BF09BC6}"/>
          </ac:spMkLst>
        </pc:spChg>
        <pc:picChg chg="add mod ord">
          <ac:chgData name="Anusha Sheikh" userId="S::asheik55@uwo.ca::3f0ea71d-5e6e-4e90-9f86-94b6d8b1299c" providerId="AD" clId="Web-{40B75772-16EC-C50D-F99E-7B0425765F88}" dt="2024-12-06T03:31:11.455" v="338"/>
          <ac:picMkLst>
            <pc:docMk/>
            <pc:sldMk cId="2630337506" sldId="278"/>
            <ac:picMk id="4" creationId="{550925BA-67EC-9FA7-D3FC-6233E6D36764}"/>
          </ac:picMkLst>
        </pc:picChg>
      </pc:sldChg>
    </pc:docChg>
  </pc:docChgLst>
  <pc:docChgLst>
    <pc:chgData name="Ahsan Ali Laghari" userId="S::alaghari@uwo.ca::04016a32-b773-4434-9aa0-cd84319c986f" providerId="AD" clId="Web-{99156104-1F85-BCD4-DBBE-E13D08BD7DEB}"/>
    <pc:docChg chg="modSld sldOrd">
      <pc:chgData name="Ahsan Ali Laghari" userId="S::alaghari@uwo.ca::04016a32-b773-4434-9aa0-cd84319c986f" providerId="AD" clId="Web-{99156104-1F85-BCD4-DBBE-E13D08BD7DEB}" dt="2024-12-06T03:35:03.665" v="17"/>
      <pc:docMkLst>
        <pc:docMk/>
      </pc:docMkLst>
      <pc:sldChg chg="modSp">
        <pc:chgData name="Ahsan Ali Laghari" userId="S::alaghari@uwo.ca::04016a32-b773-4434-9aa0-cd84319c986f" providerId="AD" clId="Web-{99156104-1F85-BCD4-DBBE-E13D08BD7DEB}" dt="2024-12-06T03:28:47.705" v="16" actId="20577"/>
        <pc:sldMkLst>
          <pc:docMk/>
          <pc:sldMk cId="2003698786" sldId="257"/>
        </pc:sldMkLst>
        <pc:spChg chg="mod">
          <ac:chgData name="Ahsan Ali Laghari" userId="S::alaghari@uwo.ca::04016a32-b773-4434-9aa0-cd84319c986f" providerId="AD" clId="Web-{99156104-1F85-BCD4-DBBE-E13D08BD7DEB}" dt="2024-12-06T03:28:29.939" v="1" actId="20577"/>
          <ac:spMkLst>
            <pc:docMk/>
            <pc:sldMk cId="2003698786" sldId="257"/>
            <ac:spMk id="2" creationId="{6801ECF4-93EC-F360-CE29-FBECB259739B}"/>
          </ac:spMkLst>
        </pc:spChg>
        <pc:spChg chg="mod">
          <ac:chgData name="Ahsan Ali Laghari" userId="S::alaghari@uwo.ca::04016a32-b773-4434-9aa0-cd84319c986f" providerId="AD" clId="Web-{99156104-1F85-BCD4-DBBE-E13D08BD7DEB}" dt="2024-12-06T03:28:47.705" v="16" actId="20577"/>
          <ac:spMkLst>
            <pc:docMk/>
            <pc:sldMk cId="2003698786" sldId="257"/>
            <ac:spMk id="3" creationId="{2DD36333-F662-6060-C449-EB0C0E08CE52}"/>
          </ac:spMkLst>
        </pc:spChg>
      </pc:sldChg>
      <pc:sldChg chg="ord">
        <pc:chgData name="Ahsan Ali Laghari" userId="S::alaghari@uwo.ca::04016a32-b773-4434-9aa0-cd84319c986f" providerId="AD" clId="Web-{99156104-1F85-BCD4-DBBE-E13D08BD7DEB}" dt="2024-12-06T03:35:03.665" v="17"/>
        <pc:sldMkLst>
          <pc:docMk/>
          <pc:sldMk cId="2630337506" sldId="278"/>
        </pc:sldMkLst>
      </pc:sldChg>
    </pc:docChg>
  </pc:docChgLst>
  <pc:docChgLst>
    <pc:chgData name="Balaaj Arbab" userId="S::marbab2@uwo.ca::ba63370a-fc3a-430a-8b30-38e1356fc2fe" providerId="AD" clId="Web-{F07140EF-9097-474E-6C07-9606D12389B4}"/>
    <pc:docChg chg="addSld modSld sldOrd">
      <pc:chgData name="Balaaj Arbab" userId="S::marbab2@uwo.ca::ba63370a-fc3a-430a-8b30-38e1356fc2fe" providerId="AD" clId="Web-{F07140EF-9097-474E-6C07-9606D12389B4}" dt="2024-12-06T02:30:13.360" v="1548" actId="20577"/>
      <pc:docMkLst>
        <pc:docMk/>
      </pc:docMkLst>
      <pc:sldChg chg="modSp">
        <pc:chgData name="Balaaj Arbab" userId="S::marbab2@uwo.ca::ba63370a-fc3a-430a-8b30-38e1356fc2fe" providerId="AD" clId="Web-{F07140EF-9097-474E-6C07-9606D12389B4}" dt="2024-12-05T23:01:26.518" v="23"/>
        <pc:sldMkLst>
          <pc:docMk/>
          <pc:sldMk cId="2599503679" sldId="259"/>
        </pc:sldMkLst>
        <pc:graphicFrameChg chg="mod modGraphic">
          <ac:chgData name="Balaaj Arbab" userId="S::marbab2@uwo.ca::ba63370a-fc3a-430a-8b30-38e1356fc2fe" providerId="AD" clId="Web-{F07140EF-9097-474E-6C07-9606D12389B4}" dt="2024-12-05T23:01:26.518" v="23"/>
          <ac:graphicFrameMkLst>
            <pc:docMk/>
            <pc:sldMk cId="2599503679" sldId="259"/>
            <ac:graphicFrameMk id="15" creationId="{4BE03F1C-2E80-BA4E-7F39-A807D81B6370}"/>
          </ac:graphicFrameMkLst>
        </pc:graphicFrameChg>
      </pc:sldChg>
      <pc:sldChg chg="modSp">
        <pc:chgData name="Balaaj Arbab" userId="S::marbab2@uwo.ca::ba63370a-fc3a-430a-8b30-38e1356fc2fe" providerId="AD" clId="Web-{F07140EF-9097-474E-6C07-9606D12389B4}" dt="2024-12-06T02:16:37.370" v="1160"/>
        <pc:sldMkLst>
          <pc:docMk/>
          <pc:sldMk cId="1533982562" sldId="260"/>
        </pc:sldMkLst>
        <pc:graphicFrameChg chg="mod modGraphic">
          <ac:chgData name="Balaaj Arbab" userId="S::marbab2@uwo.ca::ba63370a-fc3a-430a-8b30-38e1356fc2fe" providerId="AD" clId="Web-{F07140EF-9097-474E-6C07-9606D12389B4}" dt="2024-12-06T02:16:37.370" v="1160"/>
          <ac:graphicFrameMkLst>
            <pc:docMk/>
            <pc:sldMk cId="1533982562" sldId="260"/>
            <ac:graphicFrameMk id="4" creationId="{810C7181-4290-C1C5-133B-5A8AFED40367}"/>
          </ac:graphicFrameMkLst>
        </pc:graphicFrameChg>
      </pc:sldChg>
      <pc:sldChg chg="modSp new">
        <pc:chgData name="Balaaj Arbab" userId="S::marbab2@uwo.ca::ba63370a-fc3a-430a-8b30-38e1356fc2fe" providerId="AD" clId="Web-{F07140EF-9097-474E-6C07-9606D12389B4}" dt="2024-12-06T02:30:13.360" v="1548" actId="20577"/>
        <pc:sldMkLst>
          <pc:docMk/>
          <pc:sldMk cId="2478839485" sldId="262"/>
        </pc:sldMkLst>
        <pc:spChg chg="mod">
          <ac:chgData name="Balaaj Arbab" userId="S::marbab2@uwo.ca::ba63370a-fc3a-430a-8b30-38e1356fc2fe" providerId="AD" clId="Web-{F07140EF-9097-474E-6C07-9606D12389B4}" dt="2024-12-06T01:52:20.047" v="250" actId="20577"/>
          <ac:spMkLst>
            <pc:docMk/>
            <pc:sldMk cId="2478839485" sldId="262"/>
            <ac:spMk id="2" creationId="{D8666A75-1F0E-AF8D-9B1C-B456064C3935}"/>
          </ac:spMkLst>
        </pc:spChg>
        <pc:spChg chg="mod">
          <ac:chgData name="Balaaj Arbab" userId="S::marbab2@uwo.ca::ba63370a-fc3a-430a-8b30-38e1356fc2fe" providerId="AD" clId="Web-{F07140EF-9097-474E-6C07-9606D12389B4}" dt="2024-12-06T02:30:13.360" v="1548" actId="20577"/>
          <ac:spMkLst>
            <pc:docMk/>
            <pc:sldMk cId="2478839485" sldId="262"/>
            <ac:spMk id="3" creationId="{B84B5BC0-58BF-C281-C522-83058971B0F5}"/>
          </ac:spMkLst>
        </pc:spChg>
      </pc:sldChg>
      <pc:sldChg chg="ord">
        <pc:chgData name="Balaaj Arbab" userId="S::marbab2@uwo.ca::ba63370a-fc3a-430a-8b30-38e1356fc2fe" providerId="AD" clId="Web-{F07140EF-9097-474E-6C07-9606D12389B4}" dt="2024-12-06T01:51:58.375" v="232"/>
        <pc:sldMkLst>
          <pc:docMk/>
          <pc:sldMk cId="1076765996" sldId="266"/>
        </pc:sldMkLst>
      </pc:sldChg>
      <pc:sldChg chg="modSp ord">
        <pc:chgData name="Balaaj Arbab" userId="S::marbab2@uwo.ca::ba63370a-fc3a-430a-8b30-38e1356fc2fe" providerId="AD" clId="Web-{F07140EF-9097-474E-6C07-9606D12389B4}" dt="2024-12-06T02:08:18.846" v="1066" actId="20577"/>
        <pc:sldMkLst>
          <pc:docMk/>
          <pc:sldMk cId="448218450" sldId="270"/>
        </pc:sldMkLst>
        <pc:spChg chg="mod">
          <ac:chgData name="Balaaj Arbab" userId="S::marbab2@uwo.ca::ba63370a-fc3a-430a-8b30-38e1356fc2fe" providerId="AD" clId="Web-{F07140EF-9097-474E-6C07-9606D12389B4}" dt="2024-12-06T02:08:18.846" v="1066" actId="20577"/>
          <ac:spMkLst>
            <pc:docMk/>
            <pc:sldMk cId="448218450" sldId="270"/>
            <ac:spMk id="32" creationId="{B3DBCB08-F1E5-AC06-2652-D70FE58CE6F3}"/>
          </ac:spMkLst>
        </pc:spChg>
      </pc:sldChg>
      <pc:sldChg chg="modSp">
        <pc:chgData name="Balaaj Arbab" userId="S::marbab2@uwo.ca::ba63370a-fc3a-430a-8b30-38e1356fc2fe" providerId="AD" clId="Web-{F07140EF-9097-474E-6C07-9606D12389B4}" dt="2024-12-06T01:46:36.724" v="89"/>
        <pc:sldMkLst>
          <pc:docMk/>
          <pc:sldMk cId="2198079333" sldId="273"/>
        </pc:sldMkLst>
        <pc:graphicFrameChg chg="mod modGraphic">
          <ac:chgData name="Balaaj Arbab" userId="S::marbab2@uwo.ca::ba63370a-fc3a-430a-8b30-38e1356fc2fe" providerId="AD" clId="Web-{F07140EF-9097-474E-6C07-9606D12389B4}" dt="2024-12-06T01:46:36.724" v="89"/>
          <ac:graphicFrameMkLst>
            <pc:docMk/>
            <pc:sldMk cId="2198079333" sldId="273"/>
            <ac:graphicFrameMk id="4" creationId="{88417539-B42E-E8E6-6558-1600ECFFB901}"/>
          </ac:graphicFrameMkLst>
        </pc:graphicFrameChg>
      </pc:sldChg>
      <pc:sldChg chg="modSp new">
        <pc:chgData name="Balaaj Arbab" userId="S::marbab2@uwo.ca::ba63370a-fc3a-430a-8b30-38e1356fc2fe" providerId="AD" clId="Web-{F07140EF-9097-474E-6C07-9606D12389B4}" dt="2024-12-06T02:00:55.602" v="733" actId="20577"/>
        <pc:sldMkLst>
          <pc:docMk/>
          <pc:sldMk cId="1367303931" sldId="276"/>
        </pc:sldMkLst>
        <pc:spChg chg="mod">
          <ac:chgData name="Balaaj Arbab" userId="S::marbab2@uwo.ca::ba63370a-fc3a-430a-8b30-38e1356fc2fe" providerId="AD" clId="Web-{F07140EF-9097-474E-6C07-9606D12389B4}" dt="2024-12-06T01:53:12.874" v="260" actId="20577"/>
          <ac:spMkLst>
            <pc:docMk/>
            <pc:sldMk cId="1367303931" sldId="276"/>
            <ac:spMk id="2" creationId="{044B272F-590B-BDAC-7622-4F75F0014672}"/>
          </ac:spMkLst>
        </pc:spChg>
        <pc:spChg chg="mod">
          <ac:chgData name="Balaaj Arbab" userId="S::marbab2@uwo.ca::ba63370a-fc3a-430a-8b30-38e1356fc2fe" providerId="AD" clId="Web-{F07140EF-9097-474E-6C07-9606D12389B4}" dt="2024-12-06T02:00:55.602" v="733" actId="20577"/>
          <ac:spMkLst>
            <pc:docMk/>
            <pc:sldMk cId="1367303931" sldId="276"/>
            <ac:spMk id="3" creationId="{BDFD0721-C1ED-BDDB-6A39-22415FDA47E1}"/>
          </ac:spMkLst>
        </pc:spChg>
      </pc:sldChg>
    </pc:docChg>
  </pc:docChgLst>
  <pc:docChgLst>
    <pc:chgData name="Vincent Li" userId="S::vli246@uwo.ca::453c76dc-f084-436e-bb70-5dd2bae1a9fa" providerId="AD" clId="Web-{B4EDA59F-D5F3-B43F-E75F-29DCECFED59A}"/>
    <pc:docChg chg="modSld">
      <pc:chgData name="Vincent Li" userId="S::vli246@uwo.ca::453c76dc-f084-436e-bb70-5dd2bae1a9fa" providerId="AD" clId="Web-{B4EDA59F-D5F3-B43F-E75F-29DCECFED59A}" dt="2024-12-06T03:29:43.375" v="105"/>
      <pc:docMkLst>
        <pc:docMk/>
      </pc:docMkLst>
      <pc:sldChg chg="modSp">
        <pc:chgData name="Vincent Li" userId="S::vli246@uwo.ca::453c76dc-f084-436e-bb70-5dd2bae1a9fa" providerId="AD" clId="Web-{B4EDA59F-D5F3-B43F-E75F-29DCECFED59A}" dt="2024-12-06T03:29:43.375" v="105"/>
        <pc:sldMkLst>
          <pc:docMk/>
          <pc:sldMk cId="1533982562" sldId="260"/>
        </pc:sldMkLst>
        <pc:graphicFrameChg chg="mod modGraphic">
          <ac:chgData name="Vincent Li" userId="S::vli246@uwo.ca::453c76dc-f084-436e-bb70-5dd2bae1a9fa" providerId="AD" clId="Web-{B4EDA59F-D5F3-B43F-E75F-29DCECFED59A}" dt="2024-12-06T03:29:43.375" v="105"/>
          <ac:graphicFrameMkLst>
            <pc:docMk/>
            <pc:sldMk cId="1533982562" sldId="260"/>
            <ac:graphicFrameMk id="4" creationId="{810C7181-4290-C1C5-133B-5A8AFED40367}"/>
          </ac:graphicFrameMkLst>
        </pc:graphicFrameChg>
      </pc:sldChg>
    </pc:docChg>
  </pc:docChgLst>
  <pc:docChgLst>
    <pc:chgData name="Leen Al-Jallad" userId="S::laljall@uwo.ca::8b3f94f9-5c72-423a-b2c6-fda4c15e44c2" providerId="AD" clId="Web-{B628B559-A6DC-8DEC-3895-88D6034BFF79}"/>
    <pc:docChg chg="addSld delSld modSld sldOrd">
      <pc:chgData name="Leen Al-Jallad" userId="S::laljall@uwo.ca::8b3f94f9-5c72-423a-b2c6-fda4c15e44c2" providerId="AD" clId="Web-{B628B559-A6DC-8DEC-3895-88D6034BFF79}" dt="2024-12-06T02:16:51.509" v="2520"/>
      <pc:docMkLst>
        <pc:docMk/>
      </pc:docMkLst>
      <pc:sldChg chg="addSp delSp modSp new del mod setBg setClrOvrMap">
        <pc:chgData name="Leen Al-Jallad" userId="S::laljall@uwo.ca::8b3f94f9-5c72-423a-b2c6-fda4c15e44c2" providerId="AD" clId="Web-{B628B559-A6DC-8DEC-3895-88D6034BFF79}" dt="2024-12-06T01:24:46.474" v="1049"/>
        <pc:sldMkLst>
          <pc:docMk/>
          <pc:sldMk cId="2083849341" sldId="263"/>
        </pc:sldMkLst>
        <pc:spChg chg="mod">
          <ac:chgData name="Leen Al-Jallad" userId="S::laljall@uwo.ca::8b3f94f9-5c72-423a-b2c6-fda4c15e44c2" providerId="AD" clId="Web-{B628B559-A6DC-8DEC-3895-88D6034BFF79}" dt="2024-12-06T01:01:39.683" v="3"/>
          <ac:spMkLst>
            <pc:docMk/>
            <pc:sldMk cId="2083849341" sldId="263"/>
            <ac:spMk id="2" creationId="{69779324-05B7-4D70-6C4D-BAB7ACF57E00}"/>
          </ac:spMkLst>
        </pc:spChg>
        <pc:spChg chg="del">
          <ac:chgData name="Leen Al-Jallad" userId="S::laljall@uwo.ca::8b3f94f9-5c72-423a-b2c6-fda4c15e44c2" providerId="AD" clId="Web-{B628B559-A6DC-8DEC-3895-88D6034BFF79}" dt="2024-12-06T01:01:34.605" v="2"/>
          <ac:spMkLst>
            <pc:docMk/>
            <pc:sldMk cId="2083849341" sldId="263"/>
            <ac:spMk id="3" creationId="{46D1BC2B-B28A-6D5E-C5AF-D6D82DCE2124}"/>
          </ac:spMkLst>
        </pc:spChg>
        <pc:spChg chg="add">
          <ac:chgData name="Leen Al-Jallad" userId="S::laljall@uwo.ca::8b3f94f9-5c72-423a-b2c6-fda4c15e44c2" providerId="AD" clId="Web-{B628B559-A6DC-8DEC-3895-88D6034BFF79}" dt="2024-12-06T01:01:39.683" v="3"/>
          <ac:spMkLst>
            <pc:docMk/>
            <pc:sldMk cId="2083849341" sldId="263"/>
            <ac:spMk id="7" creationId="{66B332A4-D438-4773-A77F-5ED49A448D9D}"/>
          </ac:spMkLst>
        </pc:spChg>
        <pc:spChg chg="add">
          <ac:chgData name="Leen Al-Jallad" userId="S::laljall@uwo.ca::8b3f94f9-5c72-423a-b2c6-fda4c15e44c2" providerId="AD" clId="Web-{B628B559-A6DC-8DEC-3895-88D6034BFF79}" dt="2024-12-06T01:01:39.683" v="3"/>
          <ac:spMkLst>
            <pc:docMk/>
            <pc:sldMk cId="2083849341" sldId="263"/>
            <ac:spMk id="9" creationId="{DF9AD32D-FF05-44F4-BD4D-9CEE89B71EB9}"/>
          </ac:spMkLst>
        </pc:spChg>
      </pc:sldChg>
      <pc:sldChg chg="addSp delSp modSp new del mod setBg">
        <pc:chgData name="Leen Al-Jallad" userId="S::laljall@uwo.ca::8b3f94f9-5c72-423a-b2c6-fda4c15e44c2" providerId="AD" clId="Web-{B628B559-A6DC-8DEC-3895-88D6034BFF79}" dt="2024-12-06T01:24:49.005" v="1050"/>
        <pc:sldMkLst>
          <pc:docMk/>
          <pc:sldMk cId="1765584539" sldId="264"/>
        </pc:sldMkLst>
        <pc:spChg chg="mod">
          <ac:chgData name="Leen Al-Jallad" userId="S::laljall@uwo.ca::8b3f94f9-5c72-423a-b2c6-fda4c15e44c2" providerId="AD" clId="Web-{B628B559-A6DC-8DEC-3895-88D6034BFF79}" dt="2024-12-06T01:02:50.621" v="46"/>
          <ac:spMkLst>
            <pc:docMk/>
            <pc:sldMk cId="1765584539" sldId="264"/>
            <ac:spMk id="2" creationId="{BE8923DC-3CC5-57A6-4946-EDA09D227452}"/>
          </ac:spMkLst>
        </pc:spChg>
        <pc:spChg chg="add del mod">
          <ac:chgData name="Leen Al-Jallad" userId="S::laljall@uwo.ca::8b3f94f9-5c72-423a-b2c6-fda4c15e44c2" providerId="AD" clId="Web-{B628B559-A6DC-8DEC-3895-88D6034BFF79}" dt="2024-12-06T01:02:50.621" v="46"/>
          <ac:spMkLst>
            <pc:docMk/>
            <pc:sldMk cId="1765584539" sldId="264"/>
            <ac:spMk id="3" creationId="{36D28754-0088-73AC-5316-33BADAD1F670}"/>
          </ac:spMkLst>
        </pc:spChg>
        <pc:spChg chg="add del">
          <ac:chgData name="Leen Al-Jallad" userId="S::laljall@uwo.ca::8b3f94f9-5c72-423a-b2c6-fda4c15e44c2" providerId="AD" clId="Web-{B628B559-A6DC-8DEC-3895-88D6034BFF79}" dt="2024-12-06T01:02:50.574" v="45"/>
          <ac:spMkLst>
            <pc:docMk/>
            <pc:sldMk cId="1765584539" sldId="264"/>
            <ac:spMk id="9" creationId="{BACC6370-2D7E-4714-9D71-7542949D7D5D}"/>
          </ac:spMkLst>
        </pc:spChg>
        <pc:spChg chg="add del">
          <ac:chgData name="Leen Al-Jallad" userId="S::laljall@uwo.ca::8b3f94f9-5c72-423a-b2c6-fda4c15e44c2" providerId="AD" clId="Web-{B628B559-A6DC-8DEC-3895-88D6034BFF79}" dt="2024-12-06T01:02:50.574" v="45"/>
          <ac:spMkLst>
            <pc:docMk/>
            <pc:sldMk cId="1765584539" sldId="264"/>
            <ac:spMk id="11" creationId="{F68B3F68-107C-434F-AA38-110D5EA91B85}"/>
          </ac:spMkLst>
        </pc:spChg>
        <pc:spChg chg="add del">
          <ac:chgData name="Leen Al-Jallad" userId="S::laljall@uwo.ca::8b3f94f9-5c72-423a-b2c6-fda4c15e44c2" providerId="AD" clId="Web-{B628B559-A6DC-8DEC-3895-88D6034BFF79}" dt="2024-12-06T01:02:50.574" v="45"/>
          <ac:spMkLst>
            <pc:docMk/>
            <pc:sldMk cId="1765584539" sldId="264"/>
            <ac:spMk id="13" creationId="{AAD0DBB9-1A4B-4391-81D4-CB19F9AB918A}"/>
          </ac:spMkLst>
        </pc:spChg>
        <pc:spChg chg="add del">
          <ac:chgData name="Leen Al-Jallad" userId="S::laljall@uwo.ca::8b3f94f9-5c72-423a-b2c6-fda4c15e44c2" providerId="AD" clId="Web-{B628B559-A6DC-8DEC-3895-88D6034BFF79}" dt="2024-12-06T01:02:50.574" v="45"/>
          <ac:spMkLst>
            <pc:docMk/>
            <pc:sldMk cId="1765584539" sldId="264"/>
            <ac:spMk id="15" creationId="{063BBA22-50EA-4C4D-BE05-F1CE4E63AA56}"/>
          </ac:spMkLst>
        </pc:spChg>
        <pc:spChg chg="add">
          <ac:chgData name="Leen Al-Jallad" userId="S::laljall@uwo.ca::8b3f94f9-5c72-423a-b2c6-fda4c15e44c2" providerId="AD" clId="Web-{B628B559-A6DC-8DEC-3895-88D6034BFF79}" dt="2024-12-06T01:02:50.621" v="46"/>
          <ac:spMkLst>
            <pc:docMk/>
            <pc:sldMk cId="1765584539" sldId="264"/>
            <ac:spMk id="17" creationId="{53B021B3-DE93-4AB7-8A18-CF5F1CED88B8}"/>
          </ac:spMkLst>
        </pc:spChg>
        <pc:spChg chg="add">
          <ac:chgData name="Leen Al-Jallad" userId="S::laljall@uwo.ca::8b3f94f9-5c72-423a-b2c6-fda4c15e44c2" providerId="AD" clId="Web-{B628B559-A6DC-8DEC-3895-88D6034BFF79}" dt="2024-12-06T01:02:50.621" v="46"/>
          <ac:spMkLst>
            <pc:docMk/>
            <pc:sldMk cId="1765584539" sldId="264"/>
            <ac:spMk id="18" creationId="{52D502E5-F6B4-4D58-B4AE-FC466FF15EE8}"/>
          </ac:spMkLst>
        </pc:spChg>
        <pc:spChg chg="add">
          <ac:chgData name="Leen Al-Jallad" userId="S::laljall@uwo.ca::8b3f94f9-5c72-423a-b2c6-fda4c15e44c2" providerId="AD" clId="Web-{B628B559-A6DC-8DEC-3895-88D6034BFF79}" dt="2024-12-06T01:02:50.621" v="46"/>
          <ac:spMkLst>
            <pc:docMk/>
            <pc:sldMk cId="1765584539" sldId="264"/>
            <ac:spMk id="19" creationId="{9DECDBF4-02B6-4BB4-B65B-B8107AD6A9E8}"/>
          </ac:spMkLst>
        </pc:spChg>
        <pc:graphicFrameChg chg="add del">
          <ac:chgData name="Leen Al-Jallad" userId="S::laljall@uwo.ca::8b3f94f9-5c72-423a-b2c6-fda4c15e44c2" providerId="AD" clId="Web-{B628B559-A6DC-8DEC-3895-88D6034BFF79}" dt="2024-12-06T01:02:50.574" v="45"/>
          <ac:graphicFrameMkLst>
            <pc:docMk/>
            <pc:sldMk cId="1765584539" sldId="264"/>
            <ac:graphicFrameMk id="5" creationId="{E2B604AE-A28A-78DA-0335-D1C74856D867}"/>
          </ac:graphicFrameMkLst>
        </pc:graphicFrameChg>
        <pc:graphicFrameChg chg="add">
          <ac:chgData name="Leen Al-Jallad" userId="S::laljall@uwo.ca::8b3f94f9-5c72-423a-b2c6-fda4c15e44c2" providerId="AD" clId="Web-{B628B559-A6DC-8DEC-3895-88D6034BFF79}" dt="2024-12-06T01:02:50.621" v="46"/>
          <ac:graphicFrameMkLst>
            <pc:docMk/>
            <pc:sldMk cId="1765584539" sldId="264"/>
            <ac:graphicFrameMk id="20" creationId="{EC319DE4-7FDF-F4FF-DE75-80A8BAEFA94A}"/>
          </ac:graphicFrameMkLst>
        </pc:graphicFrameChg>
      </pc:sldChg>
      <pc:sldChg chg="addSp delSp modSp new">
        <pc:chgData name="Leen Al-Jallad" userId="S::laljall@uwo.ca::8b3f94f9-5c72-423a-b2c6-fda4c15e44c2" providerId="AD" clId="Web-{B628B559-A6DC-8DEC-3895-88D6034BFF79}" dt="2024-12-06T01:06:41.200" v="385"/>
        <pc:sldMkLst>
          <pc:docMk/>
          <pc:sldMk cId="3436240124" sldId="265"/>
        </pc:sldMkLst>
        <pc:spChg chg="mod">
          <ac:chgData name="Leen Al-Jallad" userId="S::laljall@uwo.ca::8b3f94f9-5c72-423a-b2c6-fda4c15e44c2" providerId="AD" clId="Web-{B628B559-A6DC-8DEC-3895-88D6034BFF79}" dt="2024-12-06T01:03:13.949" v="73" actId="20577"/>
          <ac:spMkLst>
            <pc:docMk/>
            <pc:sldMk cId="3436240124" sldId="265"/>
            <ac:spMk id="2" creationId="{4CE5C7C5-03C4-3BDC-DFC9-12EC06CC4031}"/>
          </ac:spMkLst>
        </pc:spChg>
        <pc:spChg chg="del mod">
          <ac:chgData name="Leen Al-Jallad" userId="S::laljall@uwo.ca::8b3f94f9-5c72-423a-b2c6-fda4c15e44c2" providerId="AD" clId="Web-{B628B559-A6DC-8DEC-3895-88D6034BFF79}" dt="2024-12-06T01:06:41.200" v="385"/>
          <ac:spMkLst>
            <pc:docMk/>
            <pc:sldMk cId="3436240124" sldId="265"/>
            <ac:spMk id="3" creationId="{7AB2A64F-1A8E-67BC-7842-F14955CA028D}"/>
          </ac:spMkLst>
        </pc:spChg>
        <pc:graphicFrameChg chg="add">
          <ac:chgData name="Leen Al-Jallad" userId="S::laljall@uwo.ca::8b3f94f9-5c72-423a-b2c6-fda4c15e44c2" providerId="AD" clId="Web-{B628B559-A6DC-8DEC-3895-88D6034BFF79}" dt="2024-12-06T01:06:41.200" v="385"/>
          <ac:graphicFrameMkLst>
            <pc:docMk/>
            <pc:sldMk cId="3436240124" sldId="265"/>
            <ac:graphicFrameMk id="5" creationId="{42483E53-5A5D-3BE9-D57D-4329246C9C8A}"/>
          </ac:graphicFrameMkLst>
        </pc:graphicFrameChg>
      </pc:sldChg>
      <pc:sldChg chg="addSp delSp modSp new mod setBg">
        <pc:chgData name="Leen Al-Jallad" userId="S::laljall@uwo.ca::8b3f94f9-5c72-423a-b2c6-fda4c15e44c2" providerId="AD" clId="Web-{B628B559-A6DC-8DEC-3895-88D6034BFF79}" dt="2024-12-06T01:12:10.342" v="1006" actId="1076"/>
        <pc:sldMkLst>
          <pc:docMk/>
          <pc:sldMk cId="1076765996" sldId="266"/>
        </pc:sldMkLst>
        <pc:spChg chg="mod">
          <ac:chgData name="Leen Al-Jallad" userId="S::laljall@uwo.ca::8b3f94f9-5c72-423a-b2c6-fda4c15e44c2" providerId="AD" clId="Web-{B628B559-A6DC-8DEC-3895-88D6034BFF79}" dt="2024-12-06T01:12:10.342" v="1006" actId="1076"/>
          <ac:spMkLst>
            <pc:docMk/>
            <pc:sldMk cId="1076765996" sldId="266"/>
            <ac:spMk id="2" creationId="{EFC03DB4-E42B-3AFF-A6C9-CCBFC95A10DC}"/>
          </ac:spMkLst>
        </pc:spChg>
        <pc:spChg chg="del mod">
          <ac:chgData name="Leen Al-Jallad" userId="S::laljall@uwo.ca::8b3f94f9-5c72-423a-b2c6-fda4c15e44c2" providerId="AD" clId="Web-{B628B559-A6DC-8DEC-3895-88D6034BFF79}" dt="2024-12-06T01:11:47.952" v="1000"/>
          <ac:spMkLst>
            <pc:docMk/>
            <pc:sldMk cId="1076765996" sldId="266"/>
            <ac:spMk id="3" creationId="{080780F4-FB97-5FD1-B569-0E7D8C2FA79E}"/>
          </ac:spMkLst>
        </pc:spChg>
        <pc:spChg chg="add">
          <ac:chgData name="Leen Al-Jallad" userId="S::laljall@uwo.ca::8b3f94f9-5c72-423a-b2c6-fda4c15e44c2" providerId="AD" clId="Web-{B628B559-A6DC-8DEC-3895-88D6034BFF79}" dt="2024-12-06T01:11:47.952" v="1000"/>
          <ac:spMkLst>
            <pc:docMk/>
            <pc:sldMk cId="1076765996" sldId="266"/>
            <ac:spMk id="9" creationId="{BACC6370-2D7E-4714-9D71-7542949D7D5D}"/>
          </ac:spMkLst>
        </pc:spChg>
        <pc:spChg chg="add">
          <ac:chgData name="Leen Al-Jallad" userId="S::laljall@uwo.ca::8b3f94f9-5c72-423a-b2c6-fda4c15e44c2" providerId="AD" clId="Web-{B628B559-A6DC-8DEC-3895-88D6034BFF79}" dt="2024-12-06T01:11:47.952" v="1000"/>
          <ac:spMkLst>
            <pc:docMk/>
            <pc:sldMk cId="1076765996" sldId="266"/>
            <ac:spMk id="11" creationId="{256B2C21-A230-48C0-8DF1-C46611373C44}"/>
          </ac:spMkLst>
        </pc:spChg>
        <pc:spChg chg="add">
          <ac:chgData name="Leen Al-Jallad" userId="S::laljall@uwo.ca::8b3f94f9-5c72-423a-b2c6-fda4c15e44c2" providerId="AD" clId="Web-{B628B559-A6DC-8DEC-3895-88D6034BFF79}" dt="2024-12-06T01:11:47.952" v="1000"/>
          <ac:spMkLst>
            <pc:docMk/>
            <pc:sldMk cId="1076765996" sldId="266"/>
            <ac:spMk id="13" creationId="{3847E18C-932D-4C95-AABA-FEC7C9499AD7}"/>
          </ac:spMkLst>
        </pc:spChg>
        <pc:spChg chg="add">
          <ac:chgData name="Leen Al-Jallad" userId="S::laljall@uwo.ca::8b3f94f9-5c72-423a-b2c6-fda4c15e44c2" providerId="AD" clId="Web-{B628B559-A6DC-8DEC-3895-88D6034BFF79}" dt="2024-12-06T01:11:47.952" v="1000"/>
          <ac:spMkLst>
            <pc:docMk/>
            <pc:sldMk cId="1076765996" sldId="266"/>
            <ac:spMk id="15" creationId="{3150CB11-0C61-439E-910F-5787759E72A0}"/>
          </ac:spMkLst>
        </pc:spChg>
        <pc:spChg chg="add">
          <ac:chgData name="Leen Al-Jallad" userId="S::laljall@uwo.ca::8b3f94f9-5c72-423a-b2c6-fda4c15e44c2" providerId="AD" clId="Web-{B628B559-A6DC-8DEC-3895-88D6034BFF79}" dt="2024-12-06T01:11:47.952" v="1000"/>
          <ac:spMkLst>
            <pc:docMk/>
            <pc:sldMk cId="1076765996" sldId="266"/>
            <ac:spMk id="17" creationId="{43F8A58B-5155-44CE-A5FF-7647B47D0A7A}"/>
          </ac:spMkLst>
        </pc:spChg>
        <pc:spChg chg="add">
          <ac:chgData name="Leen Al-Jallad" userId="S::laljall@uwo.ca::8b3f94f9-5c72-423a-b2c6-fda4c15e44c2" providerId="AD" clId="Web-{B628B559-A6DC-8DEC-3895-88D6034BFF79}" dt="2024-12-06T01:11:47.952" v="1000"/>
          <ac:spMkLst>
            <pc:docMk/>
            <pc:sldMk cId="1076765996" sldId="266"/>
            <ac:spMk id="19" creationId="{443F2ACA-E6D6-4028-82DD-F03C262D5DE6}"/>
          </ac:spMkLst>
        </pc:spChg>
        <pc:graphicFrameChg chg="add">
          <ac:chgData name="Leen Al-Jallad" userId="S::laljall@uwo.ca::8b3f94f9-5c72-423a-b2c6-fda4c15e44c2" providerId="AD" clId="Web-{B628B559-A6DC-8DEC-3895-88D6034BFF79}" dt="2024-12-06T01:11:47.952" v="1000"/>
          <ac:graphicFrameMkLst>
            <pc:docMk/>
            <pc:sldMk cId="1076765996" sldId="266"/>
            <ac:graphicFrameMk id="5" creationId="{8371BA00-2C0B-7892-FF78-F66389948403}"/>
          </ac:graphicFrameMkLst>
        </pc:graphicFrameChg>
      </pc:sldChg>
      <pc:sldChg chg="new">
        <pc:chgData name="Leen Al-Jallad" userId="S::laljall@uwo.ca::8b3f94f9-5c72-423a-b2c6-fda4c15e44c2" providerId="AD" clId="Web-{B628B559-A6DC-8DEC-3895-88D6034BFF79}" dt="2024-12-06T01:12:15.296" v="1007"/>
        <pc:sldMkLst>
          <pc:docMk/>
          <pc:sldMk cId="563470673" sldId="267"/>
        </pc:sldMkLst>
      </pc:sldChg>
      <pc:sldChg chg="addSp delSp modSp new mod setBg">
        <pc:chgData name="Leen Al-Jallad" userId="S::laljall@uwo.ca::8b3f94f9-5c72-423a-b2c6-fda4c15e44c2" providerId="AD" clId="Web-{B628B559-A6DC-8DEC-3895-88D6034BFF79}" dt="2024-12-06T01:23:57.427" v="1033" actId="20577"/>
        <pc:sldMkLst>
          <pc:docMk/>
          <pc:sldMk cId="484916003" sldId="268"/>
        </pc:sldMkLst>
        <pc:spChg chg="mod">
          <ac:chgData name="Leen Al-Jallad" userId="S::laljall@uwo.ca::8b3f94f9-5c72-423a-b2c6-fda4c15e44c2" providerId="AD" clId="Web-{B628B559-A6DC-8DEC-3895-88D6034BFF79}" dt="2024-12-06T01:23:57.427" v="1033" actId="20577"/>
          <ac:spMkLst>
            <pc:docMk/>
            <pc:sldMk cId="484916003" sldId="268"/>
            <ac:spMk id="2" creationId="{CCDBF9C9-4124-A617-9168-59F495642368}"/>
          </ac:spMkLst>
        </pc:spChg>
        <pc:spChg chg="del">
          <ac:chgData name="Leen Al-Jallad" userId="S::laljall@uwo.ca::8b3f94f9-5c72-423a-b2c6-fda4c15e44c2" providerId="AD" clId="Web-{B628B559-A6DC-8DEC-3895-88D6034BFF79}" dt="2024-12-06T01:23:53.536" v="1030"/>
          <ac:spMkLst>
            <pc:docMk/>
            <pc:sldMk cId="484916003" sldId="268"/>
            <ac:spMk id="3" creationId="{46A57FDA-E01C-4AC5-E5A8-68DAA7492B98}"/>
          </ac:spMkLst>
        </pc:spChg>
        <pc:spChg chg="add">
          <ac:chgData name="Leen Al-Jallad" userId="S::laljall@uwo.ca::8b3f94f9-5c72-423a-b2c6-fda4c15e44c2" providerId="AD" clId="Web-{B628B559-A6DC-8DEC-3895-88D6034BFF79}" dt="2024-12-06T01:23:53.536" v="1030"/>
          <ac:spMkLst>
            <pc:docMk/>
            <pc:sldMk cId="484916003" sldId="268"/>
            <ac:spMk id="9" creationId="{37C89E4B-3C9F-44B9-8B86-D9E3D112D8EC}"/>
          </ac:spMkLst>
        </pc:spChg>
        <pc:picChg chg="add">
          <ac:chgData name="Leen Al-Jallad" userId="S::laljall@uwo.ca::8b3f94f9-5c72-423a-b2c6-fda4c15e44c2" providerId="AD" clId="Web-{B628B559-A6DC-8DEC-3895-88D6034BFF79}" dt="2024-12-06T01:23:53.536" v="1030"/>
          <ac:picMkLst>
            <pc:docMk/>
            <pc:sldMk cId="484916003" sldId="268"/>
            <ac:picMk id="5" creationId="{3254F317-2FFE-C15E-0600-2BBB181A37FE}"/>
          </ac:picMkLst>
        </pc:picChg>
        <pc:cxnChg chg="add">
          <ac:chgData name="Leen Al-Jallad" userId="S::laljall@uwo.ca::8b3f94f9-5c72-423a-b2c6-fda4c15e44c2" providerId="AD" clId="Web-{B628B559-A6DC-8DEC-3895-88D6034BFF79}" dt="2024-12-06T01:23:53.536" v="1030"/>
          <ac:cxnSpMkLst>
            <pc:docMk/>
            <pc:sldMk cId="484916003" sldId="268"/>
            <ac:cxnSpMk id="11" creationId="{AA2EAA10-076F-46BD-8F0F-B9A2FB77A85C}"/>
          </ac:cxnSpMkLst>
        </pc:cxnChg>
        <pc:cxnChg chg="add">
          <ac:chgData name="Leen Al-Jallad" userId="S::laljall@uwo.ca::8b3f94f9-5c72-423a-b2c6-fda4c15e44c2" providerId="AD" clId="Web-{B628B559-A6DC-8DEC-3895-88D6034BFF79}" dt="2024-12-06T01:23:53.536" v="1030"/>
          <ac:cxnSpMkLst>
            <pc:docMk/>
            <pc:sldMk cId="484916003" sldId="268"/>
            <ac:cxnSpMk id="13" creationId="{D891E407-403B-4764-86C9-33A56D3BCAA3}"/>
          </ac:cxnSpMkLst>
        </pc:cxnChg>
      </pc:sldChg>
      <pc:sldChg chg="modSp new del">
        <pc:chgData name="Leen Al-Jallad" userId="S::laljall@uwo.ca::8b3f94f9-5c72-423a-b2c6-fda4c15e44c2" providerId="AD" clId="Web-{B628B559-A6DC-8DEC-3895-88D6034BFF79}" dt="2024-12-06T01:23:34.239" v="1024"/>
        <pc:sldMkLst>
          <pc:docMk/>
          <pc:sldMk cId="3897510864" sldId="268"/>
        </pc:sldMkLst>
        <pc:spChg chg="mod">
          <ac:chgData name="Leen Al-Jallad" userId="S::laljall@uwo.ca::8b3f94f9-5c72-423a-b2c6-fda4c15e44c2" providerId="AD" clId="Web-{B628B559-A6DC-8DEC-3895-88D6034BFF79}" dt="2024-12-06T01:23:29.255" v="1022" actId="20577"/>
          <ac:spMkLst>
            <pc:docMk/>
            <pc:sldMk cId="3897510864" sldId="268"/>
            <ac:spMk id="2" creationId="{606E6B99-E4B9-555C-3E3A-14724B7313C4}"/>
          </ac:spMkLst>
        </pc:spChg>
        <pc:spChg chg="mod">
          <ac:chgData name="Leen Al-Jallad" userId="S::laljall@uwo.ca::8b3f94f9-5c72-423a-b2c6-fda4c15e44c2" providerId="AD" clId="Web-{B628B559-A6DC-8DEC-3895-88D6034BFF79}" dt="2024-12-06T01:23:31.849" v="1023" actId="20577"/>
          <ac:spMkLst>
            <pc:docMk/>
            <pc:sldMk cId="3897510864" sldId="268"/>
            <ac:spMk id="3" creationId="{DE2289C2-BF29-AECF-6413-ACBB541F6B2E}"/>
          </ac:spMkLst>
        </pc:spChg>
      </pc:sldChg>
      <pc:sldChg chg="addSp delSp modSp add replId">
        <pc:chgData name="Leen Al-Jallad" userId="S::laljall@uwo.ca::8b3f94f9-5c72-423a-b2c6-fda4c15e44c2" providerId="AD" clId="Web-{B628B559-A6DC-8DEC-3895-88D6034BFF79}" dt="2024-12-06T01:24:38.068" v="1047"/>
        <pc:sldMkLst>
          <pc:docMk/>
          <pc:sldMk cId="2135639795" sldId="269"/>
        </pc:sldMkLst>
        <pc:spChg chg="mod">
          <ac:chgData name="Leen Al-Jallad" userId="S::laljall@uwo.ca::8b3f94f9-5c72-423a-b2c6-fda4c15e44c2" providerId="AD" clId="Web-{B628B559-A6DC-8DEC-3895-88D6034BFF79}" dt="2024-12-06T01:24:17.302" v="1046" actId="20577"/>
          <ac:spMkLst>
            <pc:docMk/>
            <pc:sldMk cId="2135639795" sldId="269"/>
            <ac:spMk id="2" creationId="{4CE5C7C5-03C4-3BDC-DFC9-12EC06CC4031}"/>
          </ac:spMkLst>
        </pc:spChg>
        <pc:spChg chg="add mod">
          <ac:chgData name="Leen Al-Jallad" userId="S::laljall@uwo.ca::8b3f94f9-5c72-423a-b2c6-fda4c15e44c2" providerId="AD" clId="Web-{B628B559-A6DC-8DEC-3895-88D6034BFF79}" dt="2024-12-06T01:24:38.068" v="1047"/>
          <ac:spMkLst>
            <pc:docMk/>
            <pc:sldMk cId="2135639795" sldId="269"/>
            <ac:spMk id="41" creationId="{53191FEA-A764-E515-853C-26E94B125AC8}"/>
          </ac:spMkLst>
        </pc:spChg>
        <pc:graphicFrameChg chg="del">
          <ac:chgData name="Leen Al-Jallad" userId="S::laljall@uwo.ca::8b3f94f9-5c72-423a-b2c6-fda4c15e44c2" providerId="AD" clId="Web-{B628B559-A6DC-8DEC-3895-88D6034BFF79}" dt="2024-12-06T01:24:38.068" v="1047"/>
          <ac:graphicFrameMkLst>
            <pc:docMk/>
            <pc:sldMk cId="2135639795" sldId="269"/>
            <ac:graphicFrameMk id="5" creationId="{42483E53-5A5D-3BE9-D57D-4329246C9C8A}"/>
          </ac:graphicFrameMkLst>
        </pc:graphicFrameChg>
      </pc:sldChg>
      <pc:sldChg chg="addSp delSp modSp add replId">
        <pc:chgData name="Leen Al-Jallad" userId="S::laljall@uwo.ca::8b3f94f9-5c72-423a-b2c6-fda4c15e44c2" providerId="AD" clId="Web-{B628B559-A6DC-8DEC-3895-88D6034BFF79}" dt="2024-12-06T01:24:41.287" v="1048"/>
        <pc:sldMkLst>
          <pc:docMk/>
          <pc:sldMk cId="448218450" sldId="270"/>
        </pc:sldMkLst>
        <pc:spChg chg="mod">
          <ac:chgData name="Leen Al-Jallad" userId="S::laljall@uwo.ca::8b3f94f9-5c72-423a-b2c6-fda4c15e44c2" providerId="AD" clId="Web-{B628B559-A6DC-8DEC-3895-88D6034BFF79}" dt="2024-12-06T01:24:10.943" v="1037" actId="20577"/>
          <ac:spMkLst>
            <pc:docMk/>
            <pc:sldMk cId="448218450" sldId="270"/>
            <ac:spMk id="2" creationId="{4CE5C7C5-03C4-3BDC-DFC9-12EC06CC4031}"/>
          </ac:spMkLst>
        </pc:spChg>
        <pc:spChg chg="add mod">
          <ac:chgData name="Leen Al-Jallad" userId="S::laljall@uwo.ca::8b3f94f9-5c72-423a-b2c6-fda4c15e44c2" providerId="AD" clId="Web-{B628B559-A6DC-8DEC-3895-88D6034BFF79}" dt="2024-12-06T01:24:41.287" v="1048"/>
          <ac:spMkLst>
            <pc:docMk/>
            <pc:sldMk cId="448218450" sldId="270"/>
            <ac:spMk id="32" creationId="{B3DBCB08-F1E5-AC06-2652-D70FE58CE6F3}"/>
          </ac:spMkLst>
        </pc:spChg>
        <pc:graphicFrameChg chg="del">
          <ac:chgData name="Leen Al-Jallad" userId="S::laljall@uwo.ca::8b3f94f9-5c72-423a-b2c6-fda4c15e44c2" providerId="AD" clId="Web-{B628B559-A6DC-8DEC-3895-88D6034BFF79}" dt="2024-12-06T01:24:41.287" v="1048"/>
          <ac:graphicFrameMkLst>
            <pc:docMk/>
            <pc:sldMk cId="448218450" sldId="270"/>
            <ac:graphicFrameMk id="5" creationId="{42483E53-5A5D-3BE9-D57D-4329246C9C8A}"/>
          </ac:graphicFrameMkLst>
        </pc:graphicFrameChg>
      </pc:sldChg>
      <pc:sldChg chg="addSp delSp modSp new mod setBg">
        <pc:chgData name="Leen Al-Jallad" userId="S::laljall@uwo.ca::8b3f94f9-5c72-423a-b2c6-fda4c15e44c2" providerId="AD" clId="Web-{B628B559-A6DC-8DEC-3895-88D6034BFF79}" dt="2024-12-06T01:29:12.444" v="1064"/>
        <pc:sldMkLst>
          <pc:docMk/>
          <pc:sldMk cId="4143236905" sldId="271"/>
        </pc:sldMkLst>
        <pc:spChg chg="mod">
          <ac:chgData name="Leen Al-Jallad" userId="S::laljall@uwo.ca::8b3f94f9-5c72-423a-b2c6-fda4c15e44c2" providerId="AD" clId="Web-{B628B559-A6DC-8DEC-3895-88D6034BFF79}" dt="2024-12-06T01:29:12.444" v="1064"/>
          <ac:spMkLst>
            <pc:docMk/>
            <pc:sldMk cId="4143236905" sldId="271"/>
            <ac:spMk id="2" creationId="{337F7111-B3DB-D7B7-2588-34F367531F98}"/>
          </ac:spMkLst>
        </pc:spChg>
        <pc:spChg chg="del">
          <ac:chgData name="Leen Al-Jallad" userId="S::laljall@uwo.ca::8b3f94f9-5c72-423a-b2c6-fda4c15e44c2" providerId="AD" clId="Web-{B628B559-A6DC-8DEC-3895-88D6034BFF79}" dt="2024-12-06T01:28:57.397" v="1063"/>
          <ac:spMkLst>
            <pc:docMk/>
            <pc:sldMk cId="4143236905" sldId="271"/>
            <ac:spMk id="3" creationId="{99F585E6-C9F6-CA7B-3F03-F10AA3C6ED2C}"/>
          </ac:spMkLst>
        </pc:spChg>
        <pc:spChg chg="add">
          <ac:chgData name="Leen Al-Jallad" userId="S::laljall@uwo.ca::8b3f94f9-5c72-423a-b2c6-fda4c15e44c2" providerId="AD" clId="Web-{B628B559-A6DC-8DEC-3895-88D6034BFF79}" dt="2024-12-06T01:29:12.444" v="1064"/>
          <ac:spMkLst>
            <pc:docMk/>
            <pc:sldMk cId="4143236905" sldId="271"/>
            <ac:spMk id="7" creationId="{FFD48BC7-DC40-47DE-87EE-9F4B6ECB9ABB}"/>
          </ac:spMkLst>
        </pc:spChg>
        <pc:spChg chg="add">
          <ac:chgData name="Leen Al-Jallad" userId="S::laljall@uwo.ca::8b3f94f9-5c72-423a-b2c6-fda4c15e44c2" providerId="AD" clId="Web-{B628B559-A6DC-8DEC-3895-88D6034BFF79}" dt="2024-12-06T01:29:12.444" v="1064"/>
          <ac:spMkLst>
            <pc:docMk/>
            <pc:sldMk cId="4143236905" sldId="271"/>
            <ac:spMk id="9" creationId="{E502BBC7-2C76-46F3-BC24-5985BC13DB88}"/>
          </ac:spMkLst>
        </pc:spChg>
        <pc:spChg chg="add">
          <ac:chgData name="Leen Al-Jallad" userId="S::laljall@uwo.ca::8b3f94f9-5c72-423a-b2c6-fda4c15e44c2" providerId="AD" clId="Web-{B628B559-A6DC-8DEC-3895-88D6034BFF79}" dt="2024-12-06T01:29:12.444" v="1064"/>
          <ac:spMkLst>
            <pc:docMk/>
            <pc:sldMk cId="4143236905" sldId="271"/>
            <ac:spMk id="11" creationId="{C7F28D52-2A5F-4D23-81AE-7CB8B591C7AF}"/>
          </ac:spMkLst>
        </pc:spChg>
        <pc:spChg chg="add">
          <ac:chgData name="Leen Al-Jallad" userId="S::laljall@uwo.ca::8b3f94f9-5c72-423a-b2c6-fda4c15e44c2" providerId="AD" clId="Web-{B628B559-A6DC-8DEC-3895-88D6034BFF79}" dt="2024-12-06T01:29:12.444" v="1064"/>
          <ac:spMkLst>
            <pc:docMk/>
            <pc:sldMk cId="4143236905" sldId="271"/>
            <ac:spMk id="13" creationId="{3629484E-3792-4B3D-89AD-7C8A1ED0E0D4}"/>
          </ac:spMkLst>
        </pc:spChg>
      </pc:sldChg>
      <pc:sldChg chg="modSp new del">
        <pc:chgData name="Leen Al-Jallad" userId="S::laljall@uwo.ca::8b3f94f9-5c72-423a-b2c6-fda4c15e44c2" providerId="AD" clId="Web-{B628B559-A6DC-8DEC-3895-88D6034BFF79}" dt="2024-12-06T01:40:19.494" v="1283"/>
        <pc:sldMkLst>
          <pc:docMk/>
          <pc:sldMk cId="1084859736" sldId="272"/>
        </pc:sldMkLst>
        <pc:spChg chg="mod">
          <ac:chgData name="Leen Al-Jallad" userId="S::laljall@uwo.ca::8b3f94f9-5c72-423a-b2c6-fda4c15e44c2" providerId="AD" clId="Web-{B628B559-A6DC-8DEC-3895-88D6034BFF79}" dt="2024-12-06T01:29:35.007" v="1075" actId="20577"/>
          <ac:spMkLst>
            <pc:docMk/>
            <pc:sldMk cId="1084859736" sldId="272"/>
            <ac:spMk id="2" creationId="{77A17E35-3357-F865-DF30-D7AC5A3BBA96}"/>
          </ac:spMkLst>
        </pc:spChg>
      </pc:sldChg>
      <pc:sldChg chg="addSp delSp modSp new del">
        <pc:chgData name="Leen Al-Jallad" userId="S::laljall@uwo.ca::8b3f94f9-5c72-423a-b2c6-fda4c15e44c2" providerId="AD" clId="Web-{B628B559-A6DC-8DEC-3895-88D6034BFF79}" dt="2024-12-06T02:15:31.979" v="2515"/>
        <pc:sldMkLst>
          <pc:docMk/>
          <pc:sldMk cId="2198079333" sldId="273"/>
        </pc:sldMkLst>
        <pc:spChg chg="mod">
          <ac:chgData name="Leen Al-Jallad" userId="S::laljall@uwo.ca::8b3f94f9-5c72-423a-b2c6-fda4c15e44c2" providerId="AD" clId="Web-{B628B559-A6DC-8DEC-3895-88D6034BFF79}" dt="2024-12-06T01:40:16.916" v="1282" actId="20577"/>
          <ac:spMkLst>
            <pc:docMk/>
            <pc:sldMk cId="2198079333" sldId="273"/>
            <ac:spMk id="2" creationId="{463691C4-DA90-5BB7-34DF-B06A0FD0622D}"/>
          </ac:spMkLst>
        </pc:spChg>
        <pc:spChg chg="del">
          <ac:chgData name="Leen Al-Jallad" userId="S::laljall@uwo.ca::8b3f94f9-5c72-423a-b2c6-fda4c15e44c2" providerId="AD" clId="Web-{B628B559-A6DC-8DEC-3895-88D6034BFF79}" dt="2024-12-06T01:41:57.979" v="1284"/>
          <ac:spMkLst>
            <pc:docMk/>
            <pc:sldMk cId="2198079333" sldId="273"/>
            <ac:spMk id="3" creationId="{82EAF494-8C83-4389-D608-DE0B2FD41E35}"/>
          </ac:spMkLst>
        </pc:spChg>
        <pc:graphicFrameChg chg="add mod ord modGraphic">
          <ac:chgData name="Leen Al-Jallad" userId="S::laljall@uwo.ca::8b3f94f9-5c72-423a-b2c6-fda4c15e44c2" providerId="AD" clId="Web-{B628B559-A6DC-8DEC-3895-88D6034BFF79}" dt="2024-12-06T01:47:09.683" v="2031"/>
          <ac:graphicFrameMkLst>
            <pc:docMk/>
            <pc:sldMk cId="2198079333" sldId="273"/>
            <ac:graphicFrameMk id="4" creationId="{88417539-B42E-E8E6-6558-1600ECFFB901}"/>
          </ac:graphicFrameMkLst>
        </pc:graphicFrameChg>
      </pc:sldChg>
      <pc:sldChg chg="addSp delSp modSp new del mod setBg">
        <pc:chgData name="Leen Al-Jallad" userId="S::laljall@uwo.ca::8b3f94f9-5c72-423a-b2c6-fda4c15e44c2" providerId="AD" clId="Web-{B628B559-A6DC-8DEC-3895-88D6034BFF79}" dt="2024-12-06T01:34:18.977" v="1122"/>
        <pc:sldMkLst>
          <pc:docMk/>
          <pc:sldMk cId="136344231" sldId="275"/>
        </pc:sldMkLst>
        <pc:spChg chg="mod">
          <ac:chgData name="Leen Al-Jallad" userId="S::laljall@uwo.ca::8b3f94f9-5c72-423a-b2c6-fda4c15e44c2" providerId="AD" clId="Web-{B628B559-A6DC-8DEC-3895-88D6034BFF79}" dt="2024-12-06T01:32:08.695" v="1113" actId="14100"/>
          <ac:spMkLst>
            <pc:docMk/>
            <pc:sldMk cId="136344231" sldId="275"/>
            <ac:spMk id="2" creationId="{B2225368-3CC1-E6EB-9D5A-CB560D2F9431}"/>
          </ac:spMkLst>
        </pc:spChg>
        <pc:spChg chg="del">
          <ac:chgData name="Leen Al-Jallad" userId="S::laljall@uwo.ca::8b3f94f9-5c72-423a-b2c6-fda4c15e44c2" providerId="AD" clId="Web-{B628B559-A6DC-8DEC-3895-88D6034BFF79}" dt="2024-12-06T01:31:42.038" v="1106"/>
          <ac:spMkLst>
            <pc:docMk/>
            <pc:sldMk cId="136344231" sldId="275"/>
            <ac:spMk id="3" creationId="{BAE66EE5-3860-8A6F-5067-8D0C9D1B19A5}"/>
          </ac:spMkLst>
        </pc:spChg>
        <pc:spChg chg="add">
          <ac:chgData name="Leen Al-Jallad" userId="S::laljall@uwo.ca::8b3f94f9-5c72-423a-b2c6-fda4c15e44c2" providerId="AD" clId="Web-{B628B559-A6DC-8DEC-3895-88D6034BFF79}" dt="2024-12-06T01:31:42.038" v="1106"/>
          <ac:spMkLst>
            <pc:docMk/>
            <pc:sldMk cId="136344231" sldId="275"/>
            <ac:spMk id="9" creationId="{0671A8AE-40A1-4631-A6B8-581AFF065482}"/>
          </ac:spMkLst>
        </pc:spChg>
        <pc:spChg chg="add">
          <ac:chgData name="Leen Al-Jallad" userId="S::laljall@uwo.ca::8b3f94f9-5c72-423a-b2c6-fda4c15e44c2" providerId="AD" clId="Web-{B628B559-A6DC-8DEC-3895-88D6034BFF79}" dt="2024-12-06T01:31:42.038" v="1106"/>
          <ac:spMkLst>
            <pc:docMk/>
            <pc:sldMk cId="136344231" sldId="275"/>
            <ac:spMk id="11" creationId="{AB58EF07-17C2-48CF-ABB0-EEF1F17CB8F0}"/>
          </ac:spMkLst>
        </pc:spChg>
        <pc:spChg chg="add">
          <ac:chgData name="Leen Al-Jallad" userId="S::laljall@uwo.ca::8b3f94f9-5c72-423a-b2c6-fda4c15e44c2" providerId="AD" clId="Web-{B628B559-A6DC-8DEC-3895-88D6034BFF79}" dt="2024-12-06T01:31:42.038" v="1106"/>
          <ac:spMkLst>
            <pc:docMk/>
            <pc:sldMk cId="136344231" sldId="275"/>
            <ac:spMk id="13" creationId="{AF2F604E-43BE-4DC3-B983-E071523364F8}"/>
          </ac:spMkLst>
        </pc:spChg>
        <pc:spChg chg="add">
          <ac:chgData name="Leen Al-Jallad" userId="S::laljall@uwo.ca::8b3f94f9-5c72-423a-b2c6-fda4c15e44c2" providerId="AD" clId="Web-{B628B559-A6DC-8DEC-3895-88D6034BFF79}" dt="2024-12-06T01:31:42.038" v="1106"/>
          <ac:spMkLst>
            <pc:docMk/>
            <pc:sldMk cId="136344231" sldId="275"/>
            <ac:spMk id="15" creationId="{08C9B587-E65E-4B52-B37C-ABEBB6E87928}"/>
          </ac:spMkLst>
        </pc:spChg>
        <pc:picChg chg="add mod">
          <ac:chgData name="Leen Al-Jallad" userId="S::laljall@uwo.ca::8b3f94f9-5c72-423a-b2c6-fda4c15e44c2" providerId="AD" clId="Web-{B628B559-A6DC-8DEC-3895-88D6034BFF79}" dt="2024-12-06T01:31:48.742" v="1108" actId="1076"/>
          <ac:picMkLst>
            <pc:docMk/>
            <pc:sldMk cId="136344231" sldId="275"/>
            <ac:picMk id="5" creationId="{D919B626-A84D-21F7-AF04-D7107DD30B61}"/>
          </ac:picMkLst>
        </pc:picChg>
      </pc:sldChg>
      <pc:sldChg chg="addSp delSp modSp new mod ord setBg">
        <pc:chgData name="Leen Al-Jallad" userId="S::laljall@uwo.ca::8b3f94f9-5c72-423a-b2c6-fda4c15e44c2" providerId="AD" clId="Web-{B628B559-A6DC-8DEC-3895-88D6034BFF79}" dt="2024-12-06T02:16:51.509" v="2520"/>
        <pc:sldMkLst>
          <pc:docMk/>
          <pc:sldMk cId="3227805803" sldId="275"/>
        </pc:sldMkLst>
        <pc:spChg chg="mod">
          <ac:chgData name="Leen Al-Jallad" userId="S::laljall@uwo.ca::8b3f94f9-5c72-423a-b2c6-fda4c15e44c2" providerId="AD" clId="Web-{B628B559-A6DC-8DEC-3895-88D6034BFF79}" dt="2024-12-06T02:16:48.072" v="2519" actId="20577"/>
          <ac:spMkLst>
            <pc:docMk/>
            <pc:sldMk cId="3227805803" sldId="275"/>
            <ac:spMk id="2" creationId="{7029A7B3-5FA5-5A09-FEE3-68BD75E8EFFE}"/>
          </ac:spMkLst>
        </pc:spChg>
        <pc:spChg chg="del mod">
          <ac:chgData name="Leen Al-Jallad" userId="S::laljall@uwo.ca::8b3f94f9-5c72-423a-b2c6-fda4c15e44c2" providerId="AD" clId="Web-{B628B559-A6DC-8DEC-3895-88D6034BFF79}" dt="2024-12-06T01:36:53.649" v="1276"/>
          <ac:spMkLst>
            <pc:docMk/>
            <pc:sldMk cId="3227805803" sldId="275"/>
            <ac:spMk id="3" creationId="{83D1187B-9134-04AB-C8C2-4FB1516929B0}"/>
          </ac:spMkLst>
        </pc:spChg>
        <pc:spChg chg="add">
          <ac:chgData name="Leen Al-Jallad" userId="S::laljall@uwo.ca::8b3f94f9-5c72-423a-b2c6-fda4c15e44c2" providerId="AD" clId="Web-{B628B559-A6DC-8DEC-3895-88D6034BFF79}" dt="2024-12-06T01:36:53.649" v="1276"/>
          <ac:spMkLst>
            <pc:docMk/>
            <pc:sldMk cId="3227805803" sldId="275"/>
            <ac:spMk id="9" creationId="{BACC6370-2D7E-4714-9D71-7542949D7D5D}"/>
          </ac:spMkLst>
        </pc:spChg>
        <pc:spChg chg="add">
          <ac:chgData name="Leen Al-Jallad" userId="S::laljall@uwo.ca::8b3f94f9-5c72-423a-b2c6-fda4c15e44c2" providerId="AD" clId="Web-{B628B559-A6DC-8DEC-3895-88D6034BFF79}" dt="2024-12-06T01:36:53.649" v="1276"/>
          <ac:spMkLst>
            <pc:docMk/>
            <pc:sldMk cId="3227805803" sldId="275"/>
            <ac:spMk id="11" creationId="{F68B3F68-107C-434F-AA38-110D5EA91B85}"/>
          </ac:spMkLst>
        </pc:spChg>
        <pc:spChg chg="add">
          <ac:chgData name="Leen Al-Jallad" userId="S::laljall@uwo.ca::8b3f94f9-5c72-423a-b2c6-fda4c15e44c2" providerId="AD" clId="Web-{B628B559-A6DC-8DEC-3895-88D6034BFF79}" dt="2024-12-06T01:36:53.649" v="1276"/>
          <ac:spMkLst>
            <pc:docMk/>
            <pc:sldMk cId="3227805803" sldId="275"/>
            <ac:spMk id="13" creationId="{AAD0DBB9-1A4B-4391-81D4-CB19F9AB918A}"/>
          </ac:spMkLst>
        </pc:spChg>
        <pc:spChg chg="add">
          <ac:chgData name="Leen Al-Jallad" userId="S::laljall@uwo.ca::8b3f94f9-5c72-423a-b2c6-fda4c15e44c2" providerId="AD" clId="Web-{B628B559-A6DC-8DEC-3895-88D6034BFF79}" dt="2024-12-06T01:36:53.649" v="1276"/>
          <ac:spMkLst>
            <pc:docMk/>
            <pc:sldMk cId="3227805803" sldId="275"/>
            <ac:spMk id="15" creationId="{063BBA22-50EA-4C4D-BE05-F1CE4E63AA56}"/>
          </ac:spMkLst>
        </pc:spChg>
        <pc:graphicFrameChg chg="add">
          <ac:chgData name="Leen Al-Jallad" userId="S::laljall@uwo.ca::8b3f94f9-5c72-423a-b2c6-fda4c15e44c2" providerId="AD" clId="Web-{B628B559-A6DC-8DEC-3895-88D6034BFF79}" dt="2024-12-06T01:36:53.649" v="1276"/>
          <ac:graphicFrameMkLst>
            <pc:docMk/>
            <pc:sldMk cId="3227805803" sldId="275"/>
            <ac:graphicFrameMk id="5" creationId="{9040F5C8-1A70-10C6-DC20-000CFEE743BC}"/>
          </ac:graphicFrameMkLst>
        </pc:graphicFrameChg>
      </pc:sldChg>
      <pc:sldChg chg="addSp delSp modSp mod setBg">
        <pc:chgData name="Leen Al-Jallad" userId="S::laljall@uwo.ca::8b3f94f9-5c72-423a-b2c6-fda4c15e44c2" providerId="AD" clId="Web-{B628B559-A6DC-8DEC-3895-88D6034BFF79}" dt="2024-12-06T02:15:29.885" v="2514" actId="14100"/>
        <pc:sldMkLst>
          <pc:docMk/>
          <pc:sldMk cId="1367303931" sldId="276"/>
        </pc:sldMkLst>
        <pc:spChg chg="mod">
          <ac:chgData name="Leen Al-Jallad" userId="S::laljall@uwo.ca::8b3f94f9-5c72-423a-b2c6-fda4c15e44c2" providerId="AD" clId="Web-{B628B559-A6DC-8DEC-3895-88D6034BFF79}" dt="2024-12-06T02:15:21.479" v="2512"/>
          <ac:spMkLst>
            <pc:docMk/>
            <pc:sldMk cId="1367303931" sldId="276"/>
            <ac:spMk id="2" creationId="{044B272F-590B-BDAC-7622-4F75F0014672}"/>
          </ac:spMkLst>
        </pc:spChg>
        <pc:spChg chg="mod">
          <ac:chgData name="Leen Al-Jallad" userId="S::laljall@uwo.ca::8b3f94f9-5c72-423a-b2c6-fda4c15e44c2" providerId="AD" clId="Web-{B628B559-A6DC-8DEC-3895-88D6034BFF79}" dt="2024-12-06T02:15:29.885" v="2514" actId="14100"/>
          <ac:spMkLst>
            <pc:docMk/>
            <pc:sldMk cId="1367303931" sldId="276"/>
            <ac:spMk id="3" creationId="{BDFD0721-C1ED-BDDB-6A39-22415FDA47E1}"/>
          </ac:spMkLst>
        </pc:spChg>
        <pc:spChg chg="add">
          <ac:chgData name="Leen Al-Jallad" userId="S::laljall@uwo.ca::8b3f94f9-5c72-423a-b2c6-fda4c15e44c2" providerId="AD" clId="Web-{B628B559-A6DC-8DEC-3895-88D6034BFF79}" dt="2024-12-06T02:15:21.479" v="2512"/>
          <ac:spMkLst>
            <pc:docMk/>
            <pc:sldMk cId="1367303931" sldId="276"/>
            <ac:spMk id="5" creationId="{2029D5AD-8348-4446-B191-6A9B6FE03F21}"/>
          </ac:spMkLst>
        </pc:spChg>
        <pc:spChg chg="add">
          <ac:chgData name="Leen Al-Jallad" userId="S::laljall@uwo.ca::8b3f94f9-5c72-423a-b2c6-fda4c15e44c2" providerId="AD" clId="Web-{B628B559-A6DC-8DEC-3895-88D6034BFF79}" dt="2024-12-06T02:15:21.479" v="2512"/>
          <ac:spMkLst>
            <pc:docMk/>
            <pc:sldMk cId="1367303931" sldId="276"/>
            <ac:spMk id="6" creationId="{A3F395A2-2B64-4749-BD93-2F159C7E1FB5}"/>
          </ac:spMkLst>
        </pc:spChg>
        <pc:spChg chg="add">
          <ac:chgData name="Leen Al-Jallad" userId="S::laljall@uwo.ca::8b3f94f9-5c72-423a-b2c6-fda4c15e44c2" providerId="AD" clId="Web-{B628B559-A6DC-8DEC-3895-88D6034BFF79}" dt="2024-12-06T02:15:21.479" v="2512"/>
          <ac:spMkLst>
            <pc:docMk/>
            <pc:sldMk cId="1367303931" sldId="276"/>
            <ac:spMk id="7" creationId="{5CF0135B-EAB8-4CA0-896C-2D897ECD28BC}"/>
          </ac:spMkLst>
        </pc:spChg>
        <pc:spChg chg="add del">
          <ac:chgData name="Leen Al-Jallad" userId="S::laljall@uwo.ca::8b3f94f9-5c72-423a-b2c6-fda4c15e44c2" providerId="AD" clId="Web-{B628B559-A6DC-8DEC-3895-88D6034BFF79}" dt="2024-12-06T02:15:06.792" v="2511"/>
          <ac:spMkLst>
            <pc:docMk/>
            <pc:sldMk cId="1367303931" sldId="276"/>
            <ac:spMk id="8" creationId="{F837543A-6020-4505-A233-C9DB4BF74011}"/>
          </ac:spMkLst>
        </pc:spChg>
        <pc:spChg chg="add">
          <ac:chgData name="Leen Al-Jallad" userId="S::laljall@uwo.ca::8b3f94f9-5c72-423a-b2c6-fda4c15e44c2" providerId="AD" clId="Web-{B628B559-A6DC-8DEC-3895-88D6034BFF79}" dt="2024-12-06T02:15:21.479" v="2512"/>
          <ac:spMkLst>
            <pc:docMk/>
            <pc:sldMk cId="1367303931" sldId="276"/>
            <ac:spMk id="9" creationId="{92C3387C-D24F-4737-8A37-1DC5CFF09CFA}"/>
          </ac:spMkLst>
        </pc:spChg>
        <pc:spChg chg="add del">
          <ac:chgData name="Leen Al-Jallad" userId="S::laljall@uwo.ca::8b3f94f9-5c72-423a-b2c6-fda4c15e44c2" providerId="AD" clId="Web-{B628B559-A6DC-8DEC-3895-88D6034BFF79}" dt="2024-12-06T02:15:06.792" v="2511"/>
          <ac:spMkLst>
            <pc:docMk/>
            <pc:sldMk cId="1367303931" sldId="276"/>
            <ac:spMk id="10" creationId="{35B16301-FB18-48BA-A6DD-C37CAF6F9A18}"/>
          </ac:spMkLst>
        </pc:spChg>
        <pc:spChg chg="add del">
          <ac:chgData name="Leen Al-Jallad" userId="S::laljall@uwo.ca::8b3f94f9-5c72-423a-b2c6-fda4c15e44c2" providerId="AD" clId="Web-{B628B559-A6DC-8DEC-3895-88D6034BFF79}" dt="2024-12-06T02:15:06.792" v="2511"/>
          <ac:spMkLst>
            <pc:docMk/>
            <pc:sldMk cId="1367303931" sldId="276"/>
            <ac:spMk id="12" creationId="{C3C0D90E-074A-4F52-9B11-B52BEF4BCBE5}"/>
          </ac:spMkLst>
        </pc:spChg>
        <pc:spChg chg="add del">
          <ac:chgData name="Leen Al-Jallad" userId="S::laljall@uwo.ca::8b3f94f9-5c72-423a-b2c6-fda4c15e44c2" providerId="AD" clId="Web-{B628B559-A6DC-8DEC-3895-88D6034BFF79}" dt="2024-12-06T02:15:06.792" v="2511"/>
          <ac:spMkLst>
            <pc:docMk/>
            <pc:sldMk cId="1367303931" sldId="276"/>
            <ac:spMk id="14" creationId="{CABBD4C1-E6F8-46F6-8152-A8A97490BF4D}"/>
          </ac:spMkLst>
        </pc:spChg>
        <pc:spChg chg="add del">
          <ac:chgData name="Leen Al-Jallad" userId="S::laljall@uwo.ca::8b3f94f9-5c72-423a-b2c6-fda4c15e44c2" providerId="AD" clId="Web-{B628B559-A6DC-8DEC-3895-88D6034BFF79}" dt="2024-12-06T02:15:06.792" v="2511"/>
          <ac:spMkLst>
            <pc:docMk/>
            <pc:sldMk cId="1367303931" sldId="276"/>
            <ac:spMk id="16" creationId="{83BA5EF5-1FE9-4BF9-83BB-269BCDDF6156}"/>
          </ac:spMkLst>
        </pc:spChg>
        <pc:spChg chg="add del">
          <ac:chgData name="Leen Al-Jallad" userId="S::laljall@uwo.ca::8b3f94f9-5c72-423a-b2c6-fda4c15e44c2" providerId="AD" clId="Web-{B628B559-A6DC-8DEC-3895-88D6034BFF79}" dt="2024-12-06T02:15:06.792" v="2511"/>
          <ac:spMkLst>
            <pc:docMk/>
            <pc:sldMk cId="1367303931" sldId="276"/>
            <ac:spMk id="20" creationId="{88853921-7BC9-4BDE-ACAB-133C683C82D6}"/>
          </ac:spMkLst>
        </pc:spChg>
        <pc:spChg chg="add del">
          <ac:chgData name="Leen Al-Jallad" userId="S::laljall@uwo.ca::8b3f94f9-5c72-423a-b2c6-fda4c15e44c2" providerId="AD" clId="Web-{B628B559-A6DC-8DEC-3895-88D6034BFF79}" dt="2024-12-06T02:15:06.792" v="2511"/>
          <ac:spMkLst>
            <pc:docMk/>
            <pc:sldMk cId="1367303931" sldId="276"/>
            <ac:spMk id="22" creationId="{09192968-3AE7-4470-A61C-97294BB92731}"/>
          </ac:spMkLst>
        </pc:spChg>
        <pc:spChg chg="add del">
          <ac:chgData name="Leen Al-Jallad" userId="S::laljall@uwo.ca::8b3f94f9-5c72-423a-b2c6-fda4c15e44c2" providerId="AD" clId="Web-{B628B559-A6DC-8DEC-3895-88D6034BFF79}" dt="2024-12-06T02:15:06.792" v="2511"/>
          <ac:spMkLst>
            <pc:docMk/>
            <pc:sldMk cId="1367303931" sldId="276"/>
            <ac:spMk id="24" creationId="{3AB72E55-43E4-4356-BFE8-E2102CB0B505}"/>
          </ac:spMkLst>
        </pc:spChg>
      </pc:sldChg>
      <pc:sldChg chg="modSp new del">
        <pc:chgData name="Leen Al-Jallad" userId="S::laljall@uwo.ca::8b3f94f9-5c72-423a-b2c6-fda4c15e44c2" providerId="AD" clId="Web-{B628B559-A6DC-8DEC-3895-88D6034BFF79}" dt="2024-12-06T01:33:06.023" v="1121"/>
        <pc:sldMkLst>
          <pc:docMk/>
          <pc:sldMk cId="3548132707" sldId="276"/>
        </pc:sldMkLst>
        <pc:spChg chg="mod">
          <ac:chgData name="Leen Al-Jallad" userId="S::laljall@uwo.ca::8b3f94f9-5c72-423a-b2c6-fda4c15e44c2" providerId="AD" clId="Web-{B628B559-A6DC-8DEC-3895-88D6034BFF79}" dt="2024-12-06T01:33:04.851" v="1120" actId="20577"/>
          <ac:spMkLst>
            <pc:docMk/>
            <pc:sldMk cId="3548132707" sldId="276"/>
            <ac:spMk id="2" creationId="{EFFAE9C6-3A11-ABD5-79F4-82BA1356B6B6}"/>
          </ac:spMkLst>
        </pc:spChg>
      </pc:sldChg>
    </pc:docChg>
  </pc:docChgLst>
  <pc:docChgLst>
    <pc:chgData name="River Wang" userId="S::twang666@uwo.ca::366c29b7-799e-4ae0-9a14-07cde18257da" providerId="AD" clId="Web-{10ABA8F5-641B-BEB5-8C46-CE432E494FAE}"/>
    <pc:docChg chg="addSld modSld sldOrd">
      <pc:chgData name="River Wang" userId="S::twang666@uwo.ca::366c29b7-799e-4ae0-9a14-07cde18257da" providerId="AD" clId="Web-{10ABA8F5-641B-BEB5-8C46-CE432E494FAE}" dt="2024-12-06T03:50:38.100" v="1464"/>
      <pc:docMkLst>
        <pc:docMk/>
      </pc:docMkLst>
      <pc:sldChg chg="ord modNotes">
        <pc:chgData name="River Wang" userId="S::twang666@uwo.ca::366c29b7-799e-4ae0-9a14-07cde18257da" providerId="AD" clId="Web-{10ABA8F5-641B-BEB5-8C46-CE432E494FAE}" dt="2024-12-06T03:50:38.100" v="1464"/>
        <pc:sldMkLst>
          <pc:docMk/>
          <pc:sldMk cId="1628934573" sldId="258"/>
        </pc:sldMkLst>
      </pc:sldChg>
      <pc:sldChg chg="ord modNotes">
        <pc:chgData name="River Wang" userId="S::twang666@uwo.ca::366c29b7-799e-4ae0-9a14-07cde18257da" providerId="AD" clId="Web-{10ABA8F5-641B-BEB5-8C46-CE432E494FAE}" dt="2024-12-06T03:27:59.721" v="1459"/>
        <pc:sldMkLst>
          <pc:docMk/>
          <pc:sldMk cId="2599503679" sldId="259"/>
        </pc:sldMkLst>
      </pc:sldChg>
      <pc:sldChg chg="modSp">
        <pc:chgData name="River Wang" userId="S::twang666@uwo.ca::366c29b7-799e-4ae0-9a14-07cde18257da" providerId="AD" clId="Web-{10ABA8F5-641B-BEB5-8C46-CE432E494FAE}" dt="2024-12-06T01:40:59.265" v="383"/>
        <pc:sldMkLst>
          <pc:docMk/>
          <pc:sldMk cId="1533982562" sldId="260"/>
        </pc:sldMkLst>
        <pc:graphicFrameChg chg="mod modGraphic">
          <ac:chgData name="River Wang" userId="S::twang666@uwo.ca::366c29b7-799e-4ae0-9a14-07cde18257da" providerId="AD" clId="Web-{10ABA8F5-641B-BEB5-8C46-CE432E494FAE}" dt="2024-12-06T01:40:59.265" v="383"/>
          <ac:graphicFrameMkLst>
            <pc:docMk/>
            <pc:sldMk cId="1533982562" sldId="260"/>
            <ac:graphicFrameMk id="4" creationId="{810C7181-4290-C1C5-133B-5A8AFED40367}"/>
          </ac:graphicFrameMkLst>
        </pc:graphicFrameChg>
      </pc:sldChg>
      <pc:sldChg chg="modNotes">
        <pc:chgData name="River Wang" userId="S::twang666@uwo.ca::366c29b7-799e-4ae0-9a14-07cde18257da" providerId="AD" clId="Web-{10ABA8F5-641B-BEB5-8C46-CE432E494FAE}" dt="2024-12-06T01:48:21.789" v="449"/>
        <pc:sldMkLst>
          <pc:docMk/>
          <pc:sldMk cId="484916003" sldId="268"/>
        </pc:sldMkLst>
      </pc:sldChg>
      <pc:sldChg chg="modSp modNotes">
        <pc:chgData name="River Wang" userId="S::twang666@uwo.ca::366c29b7-799e-4ae0-9a14-07cde18257da" providerId="AD" clId="Web-{10ABA8F5-641B-BEB5-8C46-CE432E494FAE}" dt="2024-12-06T03:41:09.459" v="1462" actId="20577"/>
        <pc:sldMkLst>
          <pc:docMk/>
          <pc:sldMk cId="2135639795" sldId="269"/>
        </pc:sldMkLst>
        <pc:spChg chg="mod">
          <ac:chgData name="River Wang" userId="S::twang666@uwo.ca::366c29b7-799e-4ae0-9a14-07cde18257da" providerId="AD" clId="Web-{10ABA8F5-641B-BEB5-8C46-CE432E494FAE}" dt="2024-12-06T03:41:09.459" v="1462" actId="20577"/>
          <ac:spMkLst>
            <pc:docMk/>
            <pc:sldMk cId="2135639795" sldId="269"/>
            <ac:spMk id="41" creationId="{53191FEA-A764-E515-853C-26E94B125AC8}"/>
          </ac:spMkLst>
        </pc:spChg>
      </pc:sldChg>
      <pc:sldChg chg="modSp add ord replId modNotes">
        <pc:chgData name="River Wang" userId="S::twang666@uwo.ca::366c29b7-799e-4ae0-9a14-07cde18257da" providerId="AD" clId="Web-{10ABA8F5-641B-BEB5-8C46-CE432E494FAE}" dt="2024-12-06T03:22:57.198" v="584"/>
        <pc:sldMkLst>
          <pc:docMk/>
          <pc:sldMk cId="3192538815" sldId="274"/>
        </pc:sldMkLst>
        <pc:spChg chg="mod">
          <ac:chgData name="River Wang" userId="S::twang666@uwo.ca::366c29b7-799e-4ae0-9a14-07cde18257da" providerId="AD" clId="Web-{10ABA8F5-641B-BEB5-8C46-CE432E494FAE}" dt="2024-12-06T01:47:40.476" v="398" actId="20577"/>
          <ac:spMkLst>
            <pc:docMk/>
            <pc:sldMk cId="3192538815" sldId="274"/>
            <ac:spMk id="2" creationId="{337F7111-B3DB-D7B7-2588-34F367531F98}"/>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380B52-E59C-4AE0-BF93-FC0F22AC619C}"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C42E0FD6-3AC8-45FA-A6F2-C1CB9F6BB213}">
      <dgm:prSet/>
      <dgm:spPr/>
      <dgm:t>
        <a:bodyPr/>
        <a:lstStyle/>
        <a:p>
          <a:r>
            <a:rPr lang="en-US"/>
            <a:t>Platform: IBM Cloud</a:t>
          </a:r>
        </a:p>
      </dgm:t>
    </dgm:pt>
    <dgm:pt modelId="{B522E037-5322-488D-AA18-ABDF930734C0}" type="parTrans" cxnId="{AAC64720-4C36-474D-AD1F-024A32541B47}">
      <dgm:prSet/>
      <dgm:spPr/>
      <dgm:t>
        <a:bodyPr/>
        <a:lstStyle/>
        <a:p>
          <a:endParaRPr lang="en-US"/>
        </a:p>
      </dgm:t>
    </dgm:pt>
    <dgm:pt modelId="{02CA3884-7498-4AB0-8746-79603B2536C8}" type="sibTrans" cxnId="{AAC64720-4C36-474D-AD1F-024A32541B47}">
      <dgm:prSet/>
      <dgm:spPr/>
      <dgm:t>
        <a:bodyPr/>
        <a:lstStyle/>
        <a:p>
          <a:endParaRPr lang="en-US"/>
        </a:p>
      </dgm:t>
    </dgm:pt>
    <dgm:pt modelId="{E0E9D2BB-3D22-483E-A89F-7BACB7DB04AB}">
      <dgm:prSet/>
      <dgm:spPr/>
      <dgm:t>
        <a:bodyPr/>
        <a:lstStyle/>
        <a:p>
          <a:r>
            <a:rPr lang="en-US"/>
            <a:t>Deployment Tool: IBM Cloud Engine </a:t>
          </a:r>
        </a:p>
      </dgm:t>
    </dgm:pt>
    <dgm:pt modelId="{939EE1CA-225A-4D1D-BD25-3AF2F2105DED}" type="parTrans" cxnId="{56801F12-DC3F-4249-A11D-4A08D92FFBAB}">
      <dgm:prSet/>
      <dgm:spPr/>
      <dgm:t>
        <a:bodyPr/>
        <a:lstStyle/>
        <a:p>
          <a:endParaRPr lang="en-US"/>
        </a:p>
      </dgm:t>
    </dgm:pt>
    <dgm:pt modelId="{D673CFB2-9819-49ED-BC8B-9B0EE73C81FD}" type="sibTrans" cxnId="{56801F12-DC3F-4249-A11D-4A08D92FFBAB}">
      <dgm:prSet/>
      <dgm:spPr/>
      <dgm:t>
        <a:bodyPr/>
        <a:lstStyle/>
        <a:p>
          <a:endParaRPr lang="en-US"/>
        </a:p>
      </dgm:t>
    </dgm:pt>
    <dgm:pt modelId="{479A9717-6C40-4F0B-9A16-EB939BBD1FCD}">
      <dgm:prSet/>
      <dgm:spPr/>
      <dgm:t>
        <a:bodyPr/>
        <a:lstStyle/>
        <a:p>
          <a:r>
            <a:rPr lang="en-US" b="1"/>
            <a:t>Why IBM Cloud Engine ?</a:t>
          </a:r>
          <a:endParaRPr lang="en-US"/>
        </a:p>
      </dgm:t>
    </dgm:pt>
    <dgm:pt modelId="{DBB1A56D-7025-48CB-9341-583AEC9AECDE}" type="parTrans" cxnId="{FE747621-F064-4978-B335-74DF65FB218C}">
      <dgm:prSet/>
      <dgm:spPr/>
      <dgm:t>
        <a:bodyPr/>
        <a:lstStyle/>
        <a:p>
          <a:endParaRPr lang="en-US"/>
        </a:p>
      </dgm:t>
    </dgm:pt>
    <dgm:pt modelId="{C1BAE61F-3E99-49EF-B664-E05813D3C4B6}" type="sibTrans" cxnId="{FE747621-F064-4978-B335-74DF65FB218C}">
      <dgm:prSet/>
      <dgm:spPr/>
      <dgm:t>
        <a:bodyPr/>
        <a:lstStyle/>
        <a:p>
          <a:endParaRPr lang="en-US"/>
        </a:p>
      </dgm:t>
    </dgm:pt>
    <dgm:pt modelId="{0852F0C2-8095-4549-B794-B28232239730}">
      <dgm:prSet/>
      <dgm:spPr/>
      <dgm:t>
        <a:bodyPr/>
        <a:lstStyle/>
        <a:p>
          <a:r>
            <a:rPr lang="en-US" b="1"/>
            <a:t>Simplified Deployment! </a:t>
          </a:r>
          <a:endParaRPr lang="en-US"/>
        </a:p>
      </dgm:t>
    </dgm:pt>
    <dgm:pt modelId="{29A08931-C916-4117-8175-4651096FB05A}" type="parTrans" cxnId="{BE5B5391-B8C5-4A38-8CA3-167804A663E5}">
      <dgm:prSet/>
      <dgm:spPr/>
      <dgm:t>
        <a:bodyPr/>
        <a:lstStyle/>
        <a:p>
          <a:endParaRPr lang="en-US"/>
        </a:p>
      </dgm:t>
    </dgm:pt>
    <dgm:pt modelId="{DB17CD20-6FB2-4916-9DB9-B836F9003F8F}" type="sibTrans" cxnId="{BE5B5391-B8C5-4A38-8CA3-167804A663E5}">
      <dgm:prSet/>
      <dgm:spPr/>
      <dgm:t>
        <a:bodyPr/>
        <a:lstStyle/>
        <a:p>
          <a:endParaRPr lang="en-US"/>
        </a:p>
      </dgm:t>
    </dgm:pt>
    <dgm:pt modelId="{3159D10F-E777-46EA-B241-B52185084DDB}">
      <dgm:prSet/>
      <dgm:spPr/>
      <dgm:t>
        <a:bodyPr/>
        <a:lstStyle/>
        <a:p>
          <a:r>
            <a:rPr lang="en-US" b="1"/>
            <a:t>Serverless Infrastructure:</a:t>
          </a:r>
          <a:endParaRPr lang="en-US"/>
        </a:p>
      </dgm:t>
    </dgm:pt>
    <dgm:pt modelId="{DBCC8ACC-0AF0-4DE6-BE3B-4DD59141F83B}" type="parTrans" cxnId="{E2516D38-324F-4BBA-ADD1-6889F7025F02}">
      <dgm:prSet/>
      <dgm:spPr/>
      <dgm:t>
        <a:bodyPr/>
        <a:lstStyle/>
        <a:p>
          <a:endParaRPr lang="en-US"/>
        </a:p>
      </dgm:t>
    </dgm:pt>
    <dgm:pt modelId="{24EBBE49-F90E-4BB1-90D5-554739F49343}" type="sibTrans" cxnId="{E2516D38-324F-4BBA-ADD1-6889F7025F02}">
      <dgm:prSet/>
      <dgm:spPr/>
      <dgm:t>
        <a:bodyPr/>
        <a:lstStyle/>
        <a:p>
          <a:endParaRPr lang="en-US"/>
        </a:p>
      </dgm:t>
    </dgm:pt>
    <dgm:pt modelId="{F6564523-1045-4ED8-B19C-F2D93146A9AA}">
      <dgm:prSet/>
      <dgm:spPr/>
      <dgm:t>
        <a:bodyPr/>
        <a:lstStyle/>
        <a:p>
          <a:r>
            <a:rPr lang="en-US"/>
            <a:t>Automatically scales resources based on incoming request</a:t>
          </a:r>
        </a:p>
      </dgm:t>
    </dgm:pt>
    <dgm:pt modelId="{448F3864-B94D-4D7F-858A-C76F099D7287}" type="parTrans" cxnId="{B08AC306-33EA-4EEE-9B23-5CC18F890673}">
      <dgm:prSet/>
      <dgm:spPr/>
      <dgm:t>
        <a:bodyPr/>
        <a:lstStyle/>
        <a:p>
          <a:endParaRPr lang="en-US"/>
        </a:p>
      </dgm:t>
    </dgm:pt>
    <dgm:pt modelId="{2986AD31-855A-4B22-84CC-579F5DCDB9CF}" type="sibTrans" cxnId="{B08AC306-33EA-4EEE-9B23-5CC18F890673}">
      <dgm:prSet/>
      <dgm:spPr/>
      <dgm:t>
        <a:bodyPr/>
        <a:lstStyle/>
        <a:p>
          <a:endParaRPr lang="en-US"/>
        </a:p>
      </dgm:t>
    </dgm:pt>
    <dgm:pt modelId="{3EE742C1-1A6E-4A61-9084-33B4CE783A45}">
      <dgm:prSet/>
      <dgm:spPr/>
      <dgm:t>
        <a:bodyPr/>
        <a:lstStyle/>
        <a:p>
          <a:r>
            <a:rPr lang="en-US" b="1"/>
            <a:t>IBM Cloud Engine Key Features:</a:t>
          </a:r>
          <a:endParaRPr lang="en-US"/>
        </a:p>
      </dgm:t>
    </dgm:pt>
    <dgm:pt modelId="{822AFEBA-74A4-411F-8FD8-A84DF1D015F4}" type="parTrans" cxnId="{167E4E49-93C5-417C-BFC9-5B66A73BDF11}">
      <dgm:prSet/>
      <dgm:spPr/>
      <dgm:t>
        <a:bodyPr/>
        <a:lstStyle/>
        <a:p>
          <a:endParaRPr lang="en-US"/>
        </a:p>
      </dgm:t>
    </dgm:pt>
    <dgm:pt modelId="{84AAF3A6-55F0-4E64-8AD0-7646217C6EE3}" type="sibTrans" cxnId="{167E4E49-93C5-417C-BFC9-5B66A73BDF11}">
      <dgm:prSet/>
      <dgm:spPr/>
      <dgm:t>
        <a:bodyPr/>
        <a:lstStyle/>
        <a:p>
          <a:endParaRPr lang="en-US"/>
        </a:p>
      </dgm:t>
    </dgm:pt>
    <dgm:pt modelId="{DA2B08B0-70A4-45A9-88A7-C27699A60A00}">
      <dgm:prSet/>
      <dgm:spPr/>
      <dgm:t>
        <a:bodyPr/>
        <a:lstStyle/>
        <a:p>
          <a:r>
            <a:rPr lang="en-US" b="1"/>
            <a:t>Deploys containerized applications with minimal configs </a:t>
          </a:r>
          <a:endParaRPr lang="en-US"/>
        </a:p>
      </dgm:t>
    </dgm:pt>
    <dgm:pt modelId="{C28F69AA-8F38-4FBD-931C-FA471B929BF8}" type="parTrans" cxnId="{6DC25699-BE27-4540-9C02-F97C69A7D7E8}">
      <dgm:prSet/>
      <dgm:spPr/>
      <dgm:t>
        <a:bodyPr/>
        <a:lstStyle/>
        <a:p>
          <a:endParaRPr lang="en-US"/>
        </a:p>
      </dgm:t>
    </dgm:pt>
    <dgm:pt modelId="{12923D45-4A30-4DBE-B45C-2F2B47052EF6}" type="sibTrans" cxnId="{6DC25699-BE27-4540-9C02-F97C69A7D7E8}">
      <dgm:prSet/>
      <dgm:spPr/>
      <dgm:t>
        <a:bodyPr/>
        <a:lstStyle/>
        <a:p>
          <a:endParaRPr lang="en-US"/>
        </a:p>
      </dgm:t>
    </dgm:pt>
    <dgm:pt modelId="{A253F312-1B05-426D-BAAC-70E679907B21}">
      <dgm:prSet/>
      <dgm:spPr/>
      <dgm:t>
        <a:bodyPr/>
        <a:lstStyle/>
        <a:p>
          <a:r>
            <a:rPr lang="en-US" b="1"/>
            <a:t>Ensures availability and reliability with automated service monitoring </a:t>
          </a:r>
          <a:endParaRPr lang="en-US"/>
        </a:p>
      </dgm:t>
    </dgm:pt>
    <dgm:pt modelId="{C0AB07EA-37E3-4212-96AD-D7DE0C160EBE}" type="parTrans" cxnId="{4F1EEA44-29EE-40F6-B22E-1141EDCFCF00}">
      <dgm:prSet/>
      <dgm:spPr/>
      <dgm:t>
        <a:bodyPr/>
        <a:lstStyle/>
        <a:p>
          <a:endParaRPr lang="en-US"/>
        </a:p>
      </dgm:t>
    </dgm:pt>
    <dgm:pt modelId="{CEB92A85-BCCF-4AC5-AE95-6BC8359E04CD}" type="sibTrans" cxnId="{4F1EEA44-29EE-40F6-B22E-1141EDCFCF00}">
      <dgm:prSet/>
      <dgm:spPr/>
      <dgm:t>
        <a:bodyPr/>
        <a:lstStyle/>
        <a:p>
          <a:endParaRPr lang="en-US"/>
        </a:p>
      </dgm:t>
    </dgm:pt>
    <dgm:pt modelId="{4DBADCF0-E808-4D9E-B9F5-A6FC7BAE67DE}" type="pres">
      <dgm:prSet presAssocID="{ED380B52-E59C-4AE0-BF93-FC0F22AC619C}" presName="linear" presStyleCnt="0">
        <dgm:presLayoutVars>
          <dgm:dir/>
          <dgm:animLvl val="lvl"/>
          <dgm:resizeHandles val="exact"/>
        </dgm:presLayoutVars>
      </dgm:prSet>
      <dgm:spPr/>
    </dgm:pt>
    <dgm:pt modelId="{EBAEA5FE-13A9-4260-97D7-79463F175B9D}" type="pres">
      <dgm:prSet presAssocID="{C42E0FD6-3AC8-45FA-A6F2-C1CB9F6BB213}" presName="parentLin" presStyleCnt="0"/>
      <dgm:spPr/>
    </dgm:pt>
    <dgm:pt modelId="{6E40D5C5-AB9E-4CB2-8966-CC8A2C9BED96}" type="pres">
      <dgm:prSet presAssocID="{C42E0FD6-3AC8-45FA-A6F2-C1CB9F6BB213}" presName="parentLeftMargin" presStyleLbl="node1" presStyleIdx="0" presStyleCnt="4"/>
      <dgm:spPr/>
    </dgm:pt>
    <dgm:pt modelId="{A05462C7-98F7-4ACE-BE02-BB1B99510D54}" type="pres">
      <dgm:prSet presAssocID="{C42E0FD6-3AC8-45FA-A6F2-C1CB9F6BB213}" presName="parentText" presStyleLbl="node1" presStyleIdx="0" presStyleCnt="4">
        <dgm:presLayoutVars>
          <dgm:chMax val="0"/>
          <dgm:bulletEnabled val="1"/>
        </dgm:presLayoutVars>
      </dgm:prSet>
      <dgm:spPr/>
    </dgm:pt>
    <dgm:pt modelId="{FEDB7308-C23D-4303-BDF8-F103586C049D}" type="pres">
      <dgm:prSet presAssocID="{C42E0FD6-3AC8-45FA-A6F2-C1CB9F6BB213}" presName="negativeSpace" presStyleCnt="0"/>
      <dgm:spPr/>
    </dgm:pt>
    <dgm:pt modelId="{3051C9AC-FF81-45C8-BF51-BC83710C0CAB}" type="pres">
      <dgm:prSet presAssocID="{C42E0FD6-3AC8-45FA-A6F2-C1CB9F6BB213}" presName="childText" presStyleLbl="conFgAcc1" presStyleIdx="0" presStyleCnt="4">
        <dgm:presLayoutVars>
          <dgm:bulletEnabled val="1"/>
        </dgm:presLayoutVars>
      </dgm:prSet>
      <dgm:spPr/>
    </dgm:pt>
    <dgm:pt modelId="{923BFE8F-C191-4C5B-90F2-6F0755AD95C6}" type="pres">
      <dgm:prSet presAssocID="{02CA3884-7498-4AB0-8746-79603B2536C8}" presName="spaceBetweenRectangles" presStyleCnt="0"/>
      <dgm:spPr/>
    </dgm:pt>
    <dgm:pt modelId="{98D950EA-A088-4482-94D7-015C10CEF8A1}" type="pres">
      <dgm:prSet presAssocID="{E0E9D2BB-3D22-483E-A89F-7BACB7DB04AB}" presName="parentLin" presStyleCnt="0"/>
      <dgm:spPr/>
    </dgm:pt>
    <dgm:pt modelId="{8F4C2C3E-A149-45C1-A49F-87AFFAC3D715}" type="pres">
      <dgm:prSet presAssocID="{E0E9D2BB-3D22-483E-A89F-7BACB7DB04AB}" presName="parentLeftMargin" presStyleLbl="node1" presStyleIdx="0" presStyleCnt="4"/>
      <dgm:spPr/>
    </dgm:pt>
    <dgm:pt modelId="{A7090297-D8B1-4E19-9E04-C9580B1A4EA9}" type="pres">
      <dgm:prSet presAssocID="{E0E9D2BB-3D22-483E-A89F-7BACB7DB04AB}" presName="parentText" presStyleLbl="node1" presStyleIdx="1" presStyleCnt="4">
        <dgm:presLayoutVars>
          <dgm:chMax val="0"/>
          <dgm:bulletEnabled val="1"/>
        </dgm:presLayoutVars>
      </dgm:prSet>
      <dgm:spPr/>
    </dgm:pt>
    <dgm:pt modelId="{7F190D96-E38D-4706-9E5C-AD9EEDCA9F7A}" type="pres">
      <dgm:prSet presAssocID="{E0E9D2BB-3D22-483E-A89F-7BACB7DB04AB}" presName="negativeSpace" presStyleCnt="0"/>
      <dgm:spPr/>
    </dgm:pt>
    <dgm:pt modelId="{693342A8-4039-430B-9E0E-AC254D32362C}" type="pres">
      <dgm:prSet presAssocID="{E0E9D2BB-3D22-483E-A89F-7BACB7DB04AB}" presName="childText" presStyleLbl="conFgAcc1" presStyleIdx="1" presStyleCnt="4">
        <dgm:presLayoutVars>
          <dgm:bulletEnabled val="1"/>
        </dgm:presLayoutVars>
      </dgm:prSet>
      <dgm:spPr/>
    </dgm:pt>
    <dgm:pt modelId="{867A807F-C0CC-47C5-BE3D-E0CA49CDFDA2}" type="pres">
      <dgm:prSet presAssocID="{D673CFB2-9819-49ED-BC8B-9B0EE73C81FD}" presName="spaceBetweenRectangles" presStyleCnt="0"/>
      <dgm:spPr/>
    </dgm:pt>
    <dgm:pt modelId="{C428068D-000C-4530-840F-2275B63BD2DE}" type="pres">
      <dgm:prSet presAssocID="{479A9717-6C40-4F0B-9A16-EB939BBD1FCD}" presName="parentLin" presStyleCnt="0"/>
      <dgm:spPr/>
    </dgm:pt>
    <dgm:pt modelId="{7FBBC4F4-D80B-4F00-ADA7-8A4C69A31C19}" type="pres">
      <dgm:prSet presAssocID="{479A9717-6C40-4F0B-9A16-EB939BBD1FCD}" presName="parentLeftMargin" presStyleLbl="node1" presStyleIdx="1" presStyleCnt="4"/>
      <dgm:spPr/>
    </dgm:pt>
    <dgm:pt modelId="{8F3F8CB9-8647-4440-9EB7-1D6941F15B46}" type="pres">
      <dgm:prSet presAssocID="{479A9717-6C40-4F0B-9A16-EB939BBD1FCD}" presName="parentText" presStyleLbl="node1" presStyleIdx="2" presStyleCnt="4">
        <dgm:presLayoutVars>
          <dgm:chMax val="0"/>
          <dgm:bulletEnabled val="1"/>
        </dgm:presLayoutVars>
      </dgm:prSet>
      <dgm:spPr/>
    </dgm:pt>
    <dgm:pt modelId="{B3E2D56A-B92F-4C12-ACAA-6EF4A256447B}" type="pres">
      <dgm:prSet presAssocID="{479A9717-6C40-4F0B-9A16-EB939BBD1FCD}" presName="negativeSpace" presStyleCnt="0"/>
      <dgm:spPr/>
    </dgm:pt>
    <dgm:pt modelId="{1B2C5323-E109-4A89-91C6-1C98B5FDEAC8}" type="pres">
      <dgm:prSet presAssocID="{479A9717-6C40-4F0B-9A16-EB939BBD1FCD}" presName="childText" presStyleLbl="conFgAcc1" presStyleIdx="2" presStyleCnt="4">
        <dgm:presLayoutVars>
          <dgm:bulletEnabled val="1"/>
        </dgm:presLayoutVars>
      </dgm:prSet>
      <dgm:spPr/>
    </dgm:pt>
    <dgm:pt modelId="{08FC0861-C3D4-4702-A690-9FC742B02E1A}" type="pres">
      <dgm:prSet presAssocID="{C1BAE61F-3E99-49EF-B664-E05813D3C4B6}" presName="spaceBetweenRectangles" presStyleCnt="0"/>
      <dgm:spPr/>
    </dgm:pt>
    <dgm:pt modelId="{3771FC72-CBA2-45D4-85C2-5ACA88662619}" type="pres">
      <dgm:prSet presAssocID="{3EE742C1-1A6E-4A61-9084-33B4CE783A45}" presName="parentLin" presStyleCnt="0"/>
      <dgm:spPr/>
    </dgm:pt>
    <dgm:pt modelId="{1AD38DF9-06B1-4CAC-9D3E-B35DFA116557}" type="pres">
      <dgm:prSet presAssocID="{3EE742C1-1A6E-4A61-9084-33B4CE783A45}" presName="parentLeftMargin" presStyleLbl="node1" presStyleIdx="2" presStyleCnt="4"/>
      <dgm:spPr/>
    </dgm:pt>
    <dgm:pt modelId="{388F50A6-6F7C-4E71-AD27-5F9C4E746055}" type="pres">
      <dgm:prSet presAssocID="{3EE742C1-1A6E-4A61-9084-33B4CE783A45}" presName="parentText" presStyleLbl="node1" presStyleIdx="3" presStyleCnt="4">
        <dgm:presLayoutVars>
          <dgm:chMax val="0"/>
          <dgm:bulletEnabled val="1"/>
        </dgm:presLayoutVars>
      </dgm:prSet>
      <dgm:spPr/>
    </dgm:pt>
    <dgm:pt modelId="{E22FA019-2C7A-4519-A5A3-B72E5E4E4C10}" type="pres">
      <dgm:prSet presAssocID="{3EE742C1-1A6E-4A61-9084-33B4CE783A45}" presName="negativeSpace" presStyleCnt="0"/>
      <dgm:spPr/>
    </dgm:pt>
    <dgm:pt modelId="{8C29E94B-1C4C-487D-9005-D8E1DADB15B3}" type="pres">
      <dgm:prSet presAssocID="{3EE742C1-1A6E-4A61-9084-33B4CE783A45}" presName="childText" presStyleLbl="conFgAcc1" presStyleIdx="3" presStyleCnt="4">
        <dgm:presLayoutVars>
          <dgm:bulletEnabled val="1"/>
        </dgm:presLayoutVars>
      </dgm:prSet>
      <dgm:spPr/>
    </dgm:pt>
  </dgm:ptLst>
  <dgm:cxnLst>
    <dgm:cxn modelId="{6195BE04-C002-4FB9-BBA4-323B69B2078E}" type="presOf" srcId="{479A9717-6C40-4F0B-9A16-EB939BBD1FCD}" destId="{7FBBC4F4-D80B-4F00-ADA7-8A4C69A31C19}" srcOrd="0" destOrd="0" presId="urn:microsoft.com/office/officeart/2005/8/layout/list1"/>
    <dgm:cxn modelId="{B08AC306-33EA-4EEE-9B23-5CC18F890673}" srcId="{3159D10F-E777-46EA-B241-B52185084DDB}" destId="{F6564523-1045-4ED8-B19C-F2D93146A9AA}" srcOrd="0" destOrd="0" parTransId="{448F3864-B94D-4D7F-858A-C76F099D7287}" sibTransId="{2986AD31-855A-4B22-84CC-579F5DCDB9CF}"/>
    <dgm:cxn modelId="{56801F12-DC3F-4249-A11D-4A08D92FFBAB}" srcId="{ED380B52-E59C-4AE0-BF93-FC0F22AC619C}" destId="{E0E9D2BB-3D22-483E-A89F-7BACB7DB04AB}" srcOrd="1" destOrd="0" parTransId="{939EE1CA-225A-4D1D-BD25-3AF2F2105DED}" sibTransId="{D673CFB2-9819-49ED-BC8B-9B0EE73C81FD}"/>
    <dgm:cxn modelId="{43435B13-6A0B-4E67-B0A7-AEEB66B07D70}" type="presOf" srcId="{0852F0C2-8095-4549-B794-B28232239730}" destId="{1B2C5323-E109-4A89-91C6-1C98B5FDEAC8}" srcOrd="0" destOrd="0" presId="urn:microsoft.com/office/officeart/2005/8/layout/list1"/>
    <dgm:cxn modelId="{AAC64720-4C36-474D-AD1F-024A32541B47}" srcId="{ED380B52-E59C-4AE0-BF93-FC0F22AC619C}" destId="{C42E0FD6-3AC8-45FA-A6F2-C1CB9F6BB213}" srcOrd="0" destOrd="0" parTransId="{B522E037-5322-488D-AA18-ABDF930734C0}" sibTransId="{02CA3884-7498-4AB0-8746-79603B2536C8}"/>
    <dgm:cxn modelId="{FE747621-F064-4978-B335-74DF65FB218C}" srcId="{ED380B52-E59C-4AE0-BF93-FC0F22AC619C}" destId="{479A9717-6C40-4F0B-9A16-EB939BBD1FCD}" srcOrd="2" destOrd="0" parTransId="{DBB1A56D-7025-48CB-9341-583AEC9AECDE}" sibTransId="{C1BAE61F-3E99-49EF-B664-E05813D3C4B6}"/>
    <dgm:cxn modelId="{E2516D38-324F-4BBA-ADD1-6889F7025F02}" srcId="{479A9717-6C40-4F0B-9A16-EB939BBD1FCD}" destId="{3159D10F-E777-46EA-B241-B52185084DDB}" srcOrd="1" destOrd="0" parTransId="{DBCC8ACC-0AF0-4DE6-BE3B-4DD59141F83B}" sibTransId="{24EBBE49-F90E-4BB1-90D5-554739F49343}"/>
    <dgm:cxn modelId="{A0C0A539-5441-4142-B009-8E7DFE30FE39}" type="presOf" srcId="{C42E0FD6-3AC8-45FA-A6F2-C1CB9F6BB213}" destId="{A05462C7-98F7-4ACE-BE02-BB1B99510D54}" srcOrd="1" destOrd="0" presId="urn:microsoft.com/office/officeart/2005/8/layout/list1"/>
    <dgm:cxn modelId="{4F1EEA44-29EE-40F6-B22E-1141EDCFCF00}" srcId="{3EE742C1-1A6E-4A61-9084-33B4CE783A45}" destId="{A253F312-1B05-426D-BAAC-70E679907B21}" srcOrd="1" destOrd="0" parTransId="{C0AB07EA-37E3-4212-96AD-D7DE0C160EBE}" sibTransId="{CEB92A85-BCCF-4AC5-AE95-6BC8359E04CD}"/>
    <dgm:cxn modelId="{167E4E49-93C5-417C-BFC9-5B66A73BDF11}" srcId="{ED380B52-E59C-4AE0-BF93-FC0F22AC619C}" destId="{3EE742C1-1A6E-4A61-9084-33B4CE783A45}" srcOrd="3" destOrd="0" parTransId="{822AFEBA-74A4-411F-8FD8-A84DF1D015F4}" sibTransId="{84AAF3A6-55F0-4E64-8AD0-7646217C6EE3}"/>
    <dgm:cxn modelId="{4CE08A70-834D-4901-82AB-E03444A42A69}" type="presOf" srcId="{A253F312-1B05-426D-BAAC-70E679907B21}" destId="{8C29E94B-1C4C-487D-9005-D8E1DADB15B3}" srcOrd="0" destOrd="1" presId="urn:microsoft.com/office/officeart/2005/8/layout/list1"/>
    <dgm:cxn modelId="{9AE54471-1890-42C7-B9C4-6D6B96556DF3}" type="presOf" srcId="{F6564523-1045-4ED8-B19C-F2D93146A9AA}" destId="{1B2C5323-E109-4A89-91C6-1C98B5FDEAC8}" srcOrd="0" destOrd="2" presId="urn:microsoft.com/office/officeart/2005/8/layout/list1"/>
    <dgm:cxn modelId="{B18C9E52-4B03-411B-A87B-DFCF406D471E}" type="presOf" srcId="{E0E9D2BB-3D22-483E-A89F-7BACB7DB04AB}" destId="{A7090297-D8B1-4E19-9E04-C9580B1A4EA9}" srcOrd="1" destOrd="0" presId="urn:microsoft.com/office/officeart/2005/8/layout/list1"/>
    <dgm:cxn modelId="{29349C56-E439-4DA6-A928-F22E4CEA26B2}" type="presOf" srcId="{3EE742C1-1A6E-4A61-9084-33B4CE783A45}" destId="{1AD38DF9-06B1-4CAC-9D3E-B35DFA116557}" srcOrd="0" destOrd="0" presId="urn:microsoft.com/office/officeart/2005/8/layout/list1"/>
    <dgm:cxn modelId="{C8B8A58F-DFD3-406E-9E65-9A179AF27A77}" type="presOf" srcId="{DA2B08B0-70A4-45A9-88A7-C27699A60A00}" destId="{8C29E94B-1C4C-487D-9005-D8E1DADB15B3}" srcOrd="0" destOrd="0" presId="urn:microsoft.com/office/officeart/2005/8/layout/list1"/>
    <dgm:cxn modelId="{BE5B5391-B8C5-4A38-8CA3-167804A663E5}" srcId="{479A9717-6C40-4F0B-9A16-EB939BBD1FCD}" destId="{0852F0C2-8095-4549-B794-B28232239730}" srcOrd="0" destOrd="0" parTransId="{29A08931-C916-4117-8175-4651096FB05A}" sibTransId="{DB17CD20-6FB2-4916-9DB9-B836F9003F8F}"/>
    <dgm:cxn modelId="{6DC25699-BE27-4540-9C02-F97C69A7D7E8}" srcId="{3EE742C1-1A6E-4A61-9084-33B4CE783A45}" destId="{DA2B08B0-70A4-45A9-88A7-C27699A60A00}" srcOrd="0" destOrd="0" parTransId="{C28F69AA-8F38-4FBD-931C-FA471B929BF8}" sibTransId="{12923D45-4A30-4DBE-B45C-2F2B47052EF6}"/>
    <dgm:cxn modelId="{2558C8A3-42A2-4844-8B4B-11B398DFB108}" type="presOf" srcId="{479A9717-6C40-4F0B-9A16-EB939BBD1FCD}" destId="{8F3F8CB9-8647-4440-9EB7-1D6941F15B46}" srcOrd="1" destOrd="0" presId="urn:microsoft.com/office/officeart/2005/8/layout/list1"/>
    <dgm:cxn modelId="{933318CD-BF84-416E-8DD3-633FF8826C52}" type="presOf" srcId="{E0E9D2BB-3D22-483E-A89F-7BACB7DB04AB}" destId="{8F4C2C3E-A149-45C1-A49F-87AFFAC3D715}" srcOrd="0" destOrd="0" presId="urn:microsoft.com/office/officeart/2005/8/layout/list1"/>
    <dgm:cxn modelId="{CFE8E8D1-CF41-42A8-8988-2C1675CADB0E}" type="presOf" srcId="{3EE742C1-1A6E-4A61-9084-33B4CE783A45}" destId="{388F50A6-6F7C-4E71-AD27-5F9C4E746055}" srcOrd="1" destOrd="0" presId="urn:microsoft.com/office/officeart/2005/8/layout/list1"/>
    <dgm:cxn modelId="{63DCF8D6-7AD4-428B-A08B-DC8416501605}" type="presOf" srcId="{3159D10F-E777-46EA-B241-B52185084DDB}" destId="{1B2C5323-E109-4A89-91C6-1C98B5FDEAC8}" srcOrd="0" destOrd="1" presId="urn:microsoft.com/office/officeart/2005/8/layout/list1"/>
    <dgm:cxn modelId="{CFC339E8-B2D9-40F9-9F77-FF68CF18EB72}" type="presOf" srcId="{C42E0FD6-3AC8-45FA-A6F2-C1CB9F6BB213}" destId="{6E40D5C5-AB9E-4CB2-8966-CC8A2C9BED96}" srcOrd="0" destOrd="0" presId="urn:microsoft.com/office/officeart/2005/8/layout/list1"/>
    <dgm:cxn modelId="{2AC1FAE9-2B75-487B-A673-1781654A7300}" type="presOf" srcId="{ED380B52-E59C-4AE0-BF93-FC0F22AC619C}" destId="{4DBADCF0-E808-4D9E-B9F5-A6FC7BAE67DE}" srcOrd="0" destOrd="0" presId="urn:microsoft.com/office/officeart/2005/8/layout/list1"/>
    <dgm:cxn modelId="{A1DA162B-6AFF-4024-BD8B-75A4C03D4B4B}" type="presParOf" srcId="{4DBADCF0-E808-4D9E-B9F5-A6FC7BAE67DE}" destId="{EBAEA5FE-13A9-4260-97D7-79463F175B9D}" srcOrd="0" destOrd="0" presId="urn:microsoft.com/office/officeart/2005/8/layout/list1"/>
    <dgm:cxn modelId="{A3AFA4C9-A81D-4AF4-8FB0-B06FABAEC450}" type="presParOf" srcId="{EBAEA5FE-13A9-4260-97D7-79463F175B9D}" destId="{6E40D5C5-AB9E-4CB2-8966-CC8A2C9BED96}" srcOrd="0" destOrd="0" presId="urn:microsoft.com/office/officeart/2005/8/layout/list1"/>
    <dgm:cxn modelId="{B8224040-9680-416D-9653-53326A438A0A}" type="presParOf" srcId="{EBAEA5FE-13A9-4260-97D7-79463F175B9D}" destId="{A05462C7-98F7-4ACE-BE02-BB1B99510D54}" srcOrd="1" destOrd="0" presId="urn:microsoft.com/office/officeart/2005/8/layout/list1"/>
    <dgm:cxn modelId="{ABF6765B-3904-422F-90D5-0BF63E39E44D}" type="presParOf" srcId="{4DBADCF0-E808-4D9E-B9F5-A6FC7BAE67DE}" destId="{FEDB7308-C23D-4303-BDF8-F103586C049D}" srcOrd="1" destOrd="0" presId="urn:microsoft.com/office/officeart/2005/8/layout/list1"/>
    <dgm:cxn modelId="{08C7F9FE-B00F-48B6-A736-B76AABF76914}" type="presParOf" srcId="{4DBADCF0-E808-4D9E-B9F5-A6FC7BAE67DE}" destId="{3051C9AC-FF81-45C8-BF51-BC83710C0CAB}" srcOrd="2" destOrd="0" presId="urn:microsoft.com/office/officeart/2005/8/layout/list1"/>
    <dgm:cxn modelId="{B2DA06B9-34CA-4D17-AB65-9CF51A5E5F35}" type="presParOf" srcId="{4DBADCF0-E808-4D9E-B9F5-A6FC7BAE67DE}" destId="{923BFE8F-C191-4C5B-90F2-6F0755AD95C6}" srcOrd="3" destOrd="0" presId="urn:microsoft.com/office/officeart/2005/8/layout/list1"/>
    <dgm:cxn modelId="{A36801E0-A3BE-4AAB-8A14-D31EAFEEB25E}" type="presParOf" srcId="{4DBADCF0-E808-4D9E-B9F5-A6FC7BAE67DE}" destId="{98D950EA-A088-4482-94D7-015C10CEF8A1}" srcOrd="4" destOrd="0" presId="urn:microsoft.com/office/officeart/2005/8/layout/list1"/>
    <dgm:cxn modelId="{4ECFCD9D-399B-4EED-9184-21610CF30AA9}" type="presParOf" srcId="{98D950EA-A088-4482-94D7-015C10CEF8A1}" destId="{8F4C2C3E-A149-45C1-A49F-87AFFAC3D715}" srcOrd="0" destOrd="0" presId="urn:microsoft.com/office/officeart/2005/8/layout/list1"/>
    <dgm:cxn modelId="{FC388CAB-C7D4-442B-96E5-603693948044}" type="presParOf" srcId="{98D950EA-A088-4482-94D7-015C10CEF8A1}" destId="{A7090297-D8B1-4E19-9E04-C9580B1A4EA9}" srcOrd="1" destOrd="0" presId="urn:microsoft.com/office/officeart/2005/8/layout/list1"/>
    <dgm:cxn modelId="{42E211E2-E1A8-486F-A9C6-60CD5370BD9F}" type="presParOf" srcId="{4DBADCF0-E808-4D9E-B9F5-A6FC7BAE67DE}" destId="{7F190D96-E38D-4706-9E5C-AD9EEDCA9F7A}" srcOrd="5" destOrd="0" presId="urn:microsoft.com/office/officeart/2005/8/layout/list1"/>
    <dgm:cxn modelId="{6B1F426D-2714-4ADE-A9C0-0A50A1A778FE}" type="presParOf" srcId="{4DBADCF0-E808-4D9E-B9F5-A6FC7BAE67DE}" destId="{693342A8-4039-430B-9E0E-AC254D32362C}" srcOrd="6" destOrd="0" presId="urn:microsoft.com/office/officeart/2005/8/layout/list1"/>
    <dgm:cxn modelId="{7920C0AB-7328-4A85-94B0-DA14D28A7A14}" type="presParOf" srcId="{4DBADCF0-E808-4D9E-B9F5-A6FC7BAE67DE}" destId="{867A807F-C0CC-47C5-BE3D-E0CA49CDFDA2}" srcOrd="7" destOrd="0" presId="urn:microsoft.com/office/officeart/2005/8/layout/list1"/>
    <dgm:cxn modelId="{29CDAFB6-97CE-4F2B-B577-E67C51DEE391}" type="presParOf" srcId="{4DBADCF0-E808-4D9E-B9F5-A6FC7BAE67DE}" destId="{C428068D-000C-4530-840F-2275B63BD2DE}" srcOrd="8" destOrd="0" presId="urn:microsoft.com/office/officeart/2005/8/layout/list1"/>
    <dgm:cxn modelId="{49999691-1E25-4F4B-91EA-D47801E1116B}" type="presParOf" srcId="{C428068D-000C-4530-840F-2275B63BD2DE}" destId="{7FBBC4F4-D80B-4F00-ADA7-8A4C69A31C19}" srcOrd="0" destOrd="0" presId="urn:microsoft.com/office/officeart/2005/8/layout/list1"/>
    <dgm:cxn modelId="{D38EED1E-A6AF-40EB-80C4-799BB0B76823}" type="presParOf" srcId="{C428068D-000C-4530-840F-2275B63BD2DE}" destId="{8F3F8CB9-8647-4440-9EB7-1D6941F15B46}" srcOrd="1" destOrd="0" presId="urn:microsoft.com/office/officeart/2005/8/layout/list1"/>
    <dgm:cxn modelId="{3A6CD8DB-91D8-4AC7-888D-66117F986EEA}" type="presParOf" srcId="{4DBADCF0-E808-4D9E-B9F5-A6FC7BAE67DE}" destId="{B3E2D56A-B92F-4C12-ACAA-6EF4A256447B}" srcOrd="9" destOrd="0" presId="urn:microsoft.com/office/officeart/2005/8/layout/list1"/>
    <dgm:cxn modelId="{10B6EF4A-26DC-438C-8A38-C7A10AC3ADAD}" type="presParOf" srcId="{4DBADCF0-E808-4D9E-B9F5-A6FC7BAE67DE}" destId="{1B2C5323-E109-4A89-91C6-1C98B5FDEAC8}" srcOrd="10" destOrd="0" presId="urn:microsoft.com/office/officeart/2005/8/layout/list1"/>
    <dgm:cxn modelId="{5BD0944C-6A27-4F5B-9987-885268D36A35}" type="presParOf" srcId="{4DBADCF0-E808-4D9E-B9F5-A6FC7BAE67DE}" destId="{08FC0861-C3D4-4702-A690-9FC742B02E1A}" srcOrd="11" destOrd="0" presId="urn:microsoft.com/office/officeart/2005/8/layout/list1"/>
    <dgm:cxn modelId="{E633DEA7-BAC2-48C5-84F1-129AF730E6A6}" type="presParOf" srcId="{4DBADCF0-E808-4D9E-B9F5-A6FC7BAE67DE}" destId="{3771FC72-CBA2-45D4-85C2-5ACA88662619}" srcOrd="12" destOrd="0" presId="urn:microsoft.com/office/officeart/2005/8/layout/list1"/>
    <dgm:cxn modelId="{4DAF4B82-CD6E-4F35-BCDF-7C4B1D834C4B}" type="presParOf" srcId="{3771FC72-CBA2-45D4-85C2-5ACA88662619}" destId="{1AD38DF9-06B1-4CAC-9D3E-B35DFA116557}" srcOrd="0" destOrd="0" presId="urn:microsoft.com/office/officeart/2005/8/layout/list1"/>
    <dgm:cxn modelId="{A9D36C37-34B1-455A-9C9C-217A50DD355D}" type="presParOf" srcId="{3771FC72-CBA2-45D4-85C2-5ACA88662619}" destId="{388F50A6-6F7C-4E71-AD27-5F9C4E746055}" srcOrd="1" destOrd="0" presId="urn:microsoft.com/office/officeart/2005/8/layout/list1"/>
    <dgm:cxn modelId="{ACFBB6C1-D2E8-4910-9E53-3A4513FA3D42}" type="presParOf" srcId="{4DBADCF0-E808-4D9E-B9F5-A6FC7BAE67DE}" destId="{E22FA019-2C7A-4519-A5A3-B72E5E4E4C10}" srcOrd="13" destOrd="0" presId="urn:microsoft.com/office/officeart/2005/8/layout/list1"/>
    <dgm:cxn modelId="{2EBAF6AC-965C-40F9-9B21-1885F999D951}" type="presParOf" srcId="{4DBADCF0-E808-4D9E-B9F5-A6FC7BAE67DE}" destId="{8C29E94B-1C4C-487D-9005-D8E1DADB15B3}"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8C0B18-D701-4FE2-AEAE-6F64B184719B}"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DBDC219-B748-4BD8-B4BE-D7F428989914}">
      <dgm:prSet/>
      <dgm:spPr/>
      <dgm:t>
        <a:bodyPr/>
        <a:lstStyle/>
        <a:p>
          <a:pPr>
            <a:defRPr b="1"/>
          </a:pPr>
          <a:r>
            <a:rPr lang="en-US" b="1"/>
            <a:t>Serverless Model</a:t>
          </a:r>
          <a:endParaRPr lang="en-US"/>
        </a:p>
      </dgm:t>
    </dgm:pt>
    <dgm:pt modelId="{2EA77B19-1D90-456A-B66F-CEB4D744EF0E}" type="parTrans" cxnId="{9B41E868-1F62-4345-8C8A-E52B4C5580B4}">
      <dgm:prSet/>
      <dgm:spPr/>
      <dgm:t>
        <a:bodyPr/>
        <a:lstStyle/>
        <a:p>
          <a:endParaRPr lang="en-US"/>
        </a:p>
      </dgm:t>
    </dgm:pt>
    <dgm:pt modelId="{9A77FA61-036C-4B50-BB68-DA108CF9EF97}" type="sibTrans" cxnId="{9B41E868-1F62-4345-8C8A-E52B4C5580B4}">
      <dgm:prSet/>
      <dgm:spPr/>
      <dgm:t>
        <a:bodyPr/>
        <a:lstStyle/>
        <a:p>
          <a:endParaRPr lang="en-US"/>
        </a:p>
      </dgm:t>
    </dgm:pt>
    <dgm:pt modelId="{3410ED01-C185-4171-ADFB-204A25DFF3AB}">
      <dgm:prSet/>
      <dgm:spPr/>
      <dgm:t>
        <a:bodyPr/>
        <a:lstStyle/>
        <a:p>
          <a:r>
            <a:rPr lang="en-US"/>
            <a:t>Automatically adjusts to incoming traffic</a:t>
          </a:r>
        </a:p>
      </dgm:t>
    </dgm:pt>
    <dgm:pt modelId="{17E8D679-9F30-43B4-AB50-4ABA6ECA4343}" type="parTrans" cxnId="{E0D0D26E-7677-4238-B24D-060BE2395B40}">
      <dgm:prSet/>
      <dgm:spPr/>
      <dgm:t>
        <a:bodyPr/>
        <a:lstStyle/>
        <a:p>
          <a:endParaRPr lang="en-US"/>
        </a:p>
      </dgm:t>
    </dgm:pt>
    <dgm:pt modelId="{CB6E35D4-5581-4E2B-AAB5-0B2C86AE4938}" type="sibTrans" cxnId="{E0D0D26E-7677-4238-B24D-060BE2395B40}">
      <dgm:prSet/>
      <dgm:spPr/>
      <dgm:t>
        <a:bodyPr/>
        <a:lstStyle/>
        <a:p>
          <a:endParaRPr lang="en-US"/>
        </a:p>
      </dgm:t>
    </dgm:pt>
    <dgm:pt modelId="{976DFDE3-177D-4D84-9497-B8495FB32049}">
      <dgm:prSet/>
      <dgm:spPr/>
      <dgm:t>
        <a:bodyPr/>
        <a:lstStyle/>
        <a:p>
          <a:pPr>
            <a:defRPr b="1"/>
          </a:pPr>
          <a:r>
            <a:rPr lang="en-US" b="1"/>
            <a:t>Heartbeat Mechanism:</a:t>
          </a:r>
          <a:endParaRPr lang="en-US"/>
        </a:p>
      </dgm:t>
    </dgm:pt>
    <dgm:pt modelId="{89971C92-FFB9-4FBD-8D22-C7D0B6C1532E}" type="parTrans" cxnId="{B7343D88-483E-4B51-A4AB-71B8919B79FD}">
      <dgm:prSet/>
      <dgm:spPr/>
      <dgm:t>
        <a:bodyPr/>
        <a:lstStyle/>
        <a:p>
          <a:endParaRPr lang="en-US"/>
        </a:p>
      </dgm:t>
    </dgm:pt>
    <dgm:pt modelId="{7C06DBA7-C14D-475E-BB5C-55E4AD9B2DC6}" type="sibTrans" cxnId="{B7343D88-483E-4B51-A4AB-71B8919B79FD}">
      <dgm:prSet/>
      <dgm:spPr/>
      <dgm:t>
        <a:bodyPr/>
        <a:lstStyle/>
        <a:p>
          <a:endParaRPr lang="en-US"/>
        </a:p>
      </dgm:t>
    </dgm:pt>
    <dgm:pt modelId="{4F63F4D9-024B-4630-8CBE-8689830AF76E}">
      <dgm:prSet/>
      <dgm:spPr/>
      <dgm:t>
        <a:bodyPr/>
        <a:lstStyle/>
        <a:p>
          <a:r>
            <a:rPr lang="en-US"/>
            <a:t>Ensures availability in SR</a:t>
          </a:r>
        </a:p>
      </dgm:t>
    </dgm:pt>
    <dgm:pt modelId="{C279F87B-0C6C-4AC2-9353-22229EF282F8}" type="parTrans" cxnId="{F2D8BE76-71F5-4AB5-BDCE-261A6FE09A9F}">
      <dgm:prSet/>
      <dgm:spPr/>
      <dgm:t>
        <a:bodyPr/>
        <a:lstStyle/>
        <a:p>
          <a:endParaRPr lang="en-US"/>
        </a:p>
      </dgm:t>
    </dgm:pt>
    <dgm:pt modelId="{D3822A41-5816-40E7-861A-0E5951E623CE}" type="sibTrans" cxnId="{F2D8BE76-71F5-4AB5-BDCE-261A6FE09A9F}">
      <dgm:prSet/>
      <dgm:spPr/>
      <dgm:t>
        <a:bodyPr/>
        <a:lstStyle/>
        <a:p>
          <a:endParaRPr lang="en-US"/>
        </a:p>
      </dgm:t>
    </dgm:pt>
    <dgm:pt modelId="{F3D03CD2-F753-4C75-A6C4-E747AA0C8527}">
      <dgm:prSet/>
      <dgm:spPr/>
      <dgm:t>
        <a:bodyPr/>
        <a:lstStyle/>
        <a:p>
          <a:pPr>
            <a:defRPr b="1"/>
          </a:pPr>
          <a:r>
            <a:rPr lang="en-US" b="1"/>
            <a:t>Containerization: </a:t>
          </a:r>
          <a:endParaRPr lang="en-US"/>
        </a:p>
      </dgm:t>
    </dgm:pt>
    <dgm:pt modelId="{D2C27A4B-BEC3-4E1C-AA4A-8871049F9E9D}" type="parTrans" cxnId="{B684724D-0768-41DD-A566-782B9C4B7B79}">
      <dgm:prSet/>
      <dgm:spPr/>
      <dgm:t>
        <a:bodyPr/>
        <a:lstStyle/>
        <a:p>
          <a:endParaRPr lang="en-US"/>
        </a:p>
      </dgm:t>
    </dgm:pt>
    <dgm:pt modelId="{CC305B02-8B03-4C1F-AFC5-59452F270A0E}" type="sibTrans" cxnId="{B684724D-0768-41DD-A566-782B9C4B7B79}">
      <dgm:prSet/>
      <dgm:spPr/>
      <dgm:t>
        <a:bodyPr/>
        <a:lstStyle/>
        <a:p>
          <a:endParaRPr lang="en-US"/>
        </a:p>
      </dgm:t>
    </dgm:pt>
    <dgm:pt modelId="{E87F1361-CC44-4171-9147-167B1CBBE57F}">
      <dgm:prSet/>
      <dgm:spPr/>
      <dgm:t>
        <a:bodyPr/>
        <a:lstStyle/>
        <a:p>
          <a:r>
            <a:rPr lang="en-US"/>
            <a:t>Docker ensures consistent across environments </a:t>
          </a:r>
        </a:p>
      </dgm:t>
    </dgm:pt>
    <dgm:pt modelId="{A0E9DF40-9770-43D2-A9FB-F42EBC429040}" type="parTrans" cxnId="{38DC031E-6B0B-40EF-A308-5DF95567AF8C}">
      <dgm:prSet/>
      <dgm:spPr/>
      <dgm:t>
        <a:bodyPr/>
        <a:lstStyle/>
        <a:p>
          <a:endParaRPr lang="en-US"/>
        </a:p>
      </dgm:t>
    </dgm:pt>
    <dgm:pt modelId="{FD7F4B09-305E-43ED-9A5F-67BF6A0CD96B}" type="sibTrans" cxnId="{38DC031E-6B0B-40EF-A308-5DF95567AF8C}">
      <dgm:prSet/>
      <dgm:spPr/>
      <dgm:t>
        <a:bodyPr/>
        <a:lstStyle/>
        <a:p>
          <a:endParaRPr lang="en-US"/>
        </a:p>
      </dgm:t>
    </dgm:pt>
    <dgm:pt modelId="{B0F89E62-393F-468A-B4C6-F3E0D26607F1}" type="pres">
      <dgm:prSet presAssocID="{D08C0B18-D701-4FE2-AEAE-6F64B184719B}" presName="root" presStyleCnt="0">
        <dgm:presLayoutVars>
          <dgm:dir/>
          <dgm:resizeHandles val="exact"/>
        </dgm:presLayoutVars>
      </dgm:prSet>
      <dgm:spPr/>
    </dgm:pt>
    <dgm:pt modelId="{10B4656C-4E8A-455A-AFF6-7F66FE084B1F}" type="pres">
      <dgm:prSet presAssocID="{BDBDC219-B748-4BD8-B4BE-D7F428989914}" presName="compNode" presStyleCnt="0"/>
      <dgm:spPr/>
    </dgm:pt>
    <dgm:pt modelId="{E064BA1F-BFB1-459B-807D-21CA779306F5}" type="pres">
      <dgm:prSet presAssocID="{BDBDC219-B748-4BD8-B4BE-D7F42898991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42AEC3E9-A538-4BF0-A4E6-B8BE6DF067B4}" type="pres">
      <dgm:prSet presAssocID="{BDBDC219-B748-4BD8-B4BE-D7F428989914}" presName="iconSpace" presStyleCnt="0"/>
      <dgm:spPr/>
    </dgm:pt>
    <dgm:pt modelId="{EA395994-734B-400D-8ED1-815141457D20}" type="pres">
      <dgm:prSet presAssocID="{BDBDC219-B748-4BD8-B4BE-D7F428989914}" presName="parTx" presStyleLbl="revTx" presStyleIdx="0" presStyleCnt="6">
        <dgm:presLayoutVars>
          <dgm:chMax val="0"/>
          <dgm:chPref val="0"/>
        </dgm:presLayoutVars>
      </dgm:prSet>
      <dgm:spPr/>
    </dgm:pt>
    <dgm:pt modelId="{6B92FDE4-2CF2-434A-83C5-83235D246D4E}" type="pres">
      <dgm:prSet presAssocID="{BDBDC219-B748-4BD8-B4BE-D7F428989914}" presName="txSpace" presStyleCnt="0"/>
      <dgm:spPr/>
    </dgm:pt>
    <dgm:pt modelId="{FACEABD9-E6FC-43AD-B767-A35B1EA6EBDD}" type="pres">
      <dgm:prSet presAssocID="{BDBDC219-B748-4BD8-B4BE-D7F428989914}" presName="desTx" presStyleLbl="revTx" presStyleIdx="1" presStyleCnt="6">
        <dgm:presLayoutVars/>
      </dgm:prSet>
      <dgm:spPr/>
    </dgm:pt>
    <dgm:pt modelId="{03AADDB4-4CD1-42B1-94AC-BB72617174DF}" type="pres">
      <dgm:prSet presAssocID="{9A77FA61-036C-4B50-BB68-DA108CF9EF97}" presName="sibTrans" presStyleCnt="0"/>
      <dgm:spPr/>
    </dgm:pt>
    <dgm:pt modelId="{03E0B9A7-3CA6-4B13-B1CF-FF47B3101C21}" type="pres">
      <dgm:prSet presAssocID="{976DFDE3-177D-4D84-9497-B8495FB32049}" presName="compNode" presStyleCnt="0"/>
      <dgm:spPr/>
    </dgm:pt>
    <dgm:pt modelId="{2CC7A40D-7C6D-46E0-99CA-EE95F9A557DE}" type="pres">
      <dgm:prSet presAssocID="{976DFDE3-177D-4D84-9497-B8495FB3204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rt with Pulse"/>
        </a:ext>
      </dgm:extLst>
    </dgm:pt>
    <dgm:pt modelId="{0FC46EC9-9A9F-483E-92B6-B06A8E74EB60}" type="pres">
      <dgm:prSet presAssocID="{976DFDE3-177D-4D84-9497-B8495FB32049}" presName="iconSpace" presStyleCnt="0"/>
      <dgm:spPr/>
    </dgm:pt>
    <dgm:pt modelId="{45EB7E75-39B0-44DD-A42B-58C5655DBAE8}" type="pres">
      <dgm:prSet presAssocID="{976DFDE3-177D-4D84-9497-B8495FB32049}" presName="parTx" presStyleLbl="revTx" presStyleIdx="2" presStyleCnt="6">
        <dgm:presLayoutVars>
          <dgm:chMax val="0"/>
          <dgm:chPref val="0"/>
        </dgm:presLayoutVars>
      </dgm:prSet>
      <dgm:spPr/>
    </dgm:pt>
    <dgm:pt modelId="{E994ADCB-A005-412E-A2ED-E1AA289BEC78}" type="pres">
      <dgm:prSet presAssocID="{976DFDE3-177D-4D84-9497-B8495FB32049}" presName="txSpace" presStyleCnt="0"/>
      <dgm:spPr/>
    </dgm:pt>
    <dgm:pt modelId="{0E80F4EF-5586-44A6-8821-361A8FB00C9D}" type="pres">
      <dgm:prSet presAssocID="{976DFDE3-177D-4D84-9497-B8495FB32049}" presName="desTx" presStyleLbl="revTx" presStyleIdx="3" presStyleCnt="6">
        <dgm:presLayoutVars/>
      </dgm:prSet>
      <dgm:spPr/>
    </dgm:pt>
    <dgm:pt modelId="{3C57BD04-C2FB-4799-8532-E74757203538}" type="pres">
      <dgm:prSet presAssocID="{7C06DBA7-C14D-475E-BB5C-55E4AD9B2DC6}" presName="sibTrans" presStyleCnt="0"/>
      <dgm:spPr/>
    </dgm:pt>
    <dgm:pt modelId="{B666BE48-3754-42C5-A42F-F4274B1693AD}" type="pres">
      <dgm:prSet presAssocID="{F3D03CD2-F753-4C75-A6C4-E747AA0C8527}" presName="compNode" presStyleCnt="0"/>
      <dgm:spPr/>
    </dgm:pt>
    <dgm:pt modelId="{22AFE103-7BE6-4279-B25B-E098850D59D4}" type="pres">
      <dgm:prSet presAssocID="{F3D03CD2-F753-4C75-A6C4-E747AA0C852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peat"/>
        </a:ext>
      </dgm:extLst>
    </dgm:pt>
    <dgm:pt modelId="{BE0CDE13-F87F-467F-B4C8-804071524B75}" type="pres">
      <dgm:prSet presAssocID="{F3D03CD2-F753-4C75-A6C4-E747AA0C8527}" presName="iconSpace" presStyleCnt="0"/>
      <dgm:spPr/>
    </dgm:pt>
    <dgm:pt modelId="{ACEFBD62-BA01-4AF5-BBEE-D13841006CE7}" type="pres">
      <dgm:prSet presAssocID="{F3D03CD2-F753-4C75-A6C4-E747AA0C8527}" presName="parTx" presStyleLbl="revTx" presStyleIdx="4" presStyleCnt="6">
        <dgm:presLayoutVars>
          <dgm:chMax val="0"/>
          <dgm:chPref val="0"/>
        </dgm:presLayoutVars>
      </dgm:prSet>
      <dgm:spPr/>
    </dgm:pt>
    <dgm:pt modelId="{270216CB-2AA0-49ED-A8A7-47D1F14BC57D}" type="pres">
      <dgm:prSet presAssocID="{F3D03CD2-F753-4C75-A6C4-E747AA0C8527}" presName="txSpace" presStyleCnt="0"/>
      <dgm:spPr/>
    </dgm:pt>
    <dgm:pt modelId="{C71DC1D9-67CC-43DB-B75D-B6F005459BB8}" type="pres">
      <dgm:prSet presAssocID="{F3D03CD2-F753-4C75-A6C4-E747AA0C8527}" presName="desTx" presStyleLbl="revTx" presStyleIdx="5" presStyleCnt="6">
        <dgm:presLayoutVars/>
      </dgm:prSet>
      <dgm:spPr/>
    </dgm:pt>
  </dgm:ptLst>
  <dgm:cxnLst>
    <dgm:cxn modelId="{38DC031E-6B0B-40EF-A308-5DF95567AF8C}" srcId="{F3D03CD2-F753-4C75-A6C4-E747AA0C8527}" destId="{E87F1361-CC44-4171-9147-167B1CBBE57F}" srcOrd="0" destOrd="0" parTransId="{A0E9DF40-9770-43D2-A9FB-F42EBC429040}" sibTransId="{FD7F4B09-305E-43ED-9A5F-67BF6A0CD96B}"/>
    <dgm:cxn modelId="{51A8D429-AF73-44BA-B26C-5205CED11505}" type="presOf" srcId="{D08C0B18-D701-4FE2-AEAE-6F64B184719B}" destId="{B0F89E62-393F-468A-B4C6-F3E0D26607F1}" srcOrd="0" destOrd="0" presId="urn:microsoft.com/office/officeart/2018/5/layout/CenteredIconLabelDescriptionList"/>
    <dgm:cxn modelId="{2E1F4030-4110-4A04-9178-9E4270453B6D}" type="presOf" srcId="{4F63F4D9-024B-4630-8CBE-8689830AF76E}" destId="{0E80F4EF-5586-44A6-8821-361A8FB00C9D}" srcOrd="0" destOrd="0" presId="urn:microsoft.com/office/officeart/2018/5/layout/CenteredIconLabelDescriptionList"/>
    <dgm:cxn modelId="{C8928A3F-C552-4EC8-BE66-5C4F87B2C947}" type="presOf" srcId="{976DFDE3-177D-4D84-9497-B8495FB32049}" destId="{45EB7E75-39B0-44DD-A42B-58C5655DBAE8}" srcOrd="0" destOrd="0" presId="urn:microsoft.com/office/officeart/2018/5/layout/CenteredIconLabelDescriptionList"/>
    <dgm:cxn modelId="{9B41E868-1F62-4345-8C8A-E52B4C5580B4}" srcId="{D08C0B18-D701-4FE2-AEAE-6F64B184719B}" destId="{BDBDC219-B748-4BD8-B4BE-D7F428989914}" srcOrd="0" destOrd="0" parTransId="{2EA77B19-1D90-456A-B66F-CEB4D744EF0E}" sibTransId="{9A77FA61-036C-4B50-BB68-DA108CF9EF97}"/>
    <dgm:cxn modelId="{B684724D-0768-41DD-A566-782B9C4B7B79}" srcId="{D08C0B18-D701-4FE2-AEAE-6F64B184719B}" destId="{F3D03CD2-F753-4C75-A6C4-E747AA0C8527}" srcOrd="2" destOrd="0" parTransId="{D2C27A4B-BEC3-4E1C-AA4A-8871049F9E9D}" sibTransId="{CC305B02-8B03-4C1F-AFC5-59452F270A0E}"/>
    <dgm:cxn modelId="{E0D0D26E-7677-4238-B24D-060BE2395B40}" srcId="{BDBDC219-B748-4BD8-B4BE-D7F428989914}" destId="{3410ED01-C185-4171-ADFB-204A25DFF3AB}" srcOrd="0" destOrd="0" parTransId="{17E8D679-9F30-43B4-AB50-4ABA6ECA4343}" sibTransId="{CB6E35D4-5581-4E2B-AAB5-0B2C86AE4938}"/>
    <dgm:cxn modelId="{F2D8BE76-71F5-4AB5-BDCE-261A6FE09A9F}" srcId="{976DFDE3-177D-4D84-9497-B8495FB32049}" destId="{4F63F4D9-024B-4630-8CBE-8689830AF76E}" srcOrd="0" destOrd="0" parTransId="{C279F87B-0C6C-4AC2-9353-22229EF282F8}" sibTransId="{D3822A41-5816-40E7-861A-0E5951E623CE}"/>
    <dgm:cxn modelId="{59EFFC59-68D4-4532-9BC8-08403AC26073}" type="presOf" srcId="{E87F1361-CC44-4171-9147-167B1CBBE57F}" destId="{C71DC1D9-67CC-43DB-B75D-B6F005459BB8}" srcOrd="0" destOrd="0" presId="urn:microsoft.com/office/officeart/2018/5/layout/CenteredIconLabelDescriptionList"/>
    <dgm:cxn modelId="{B7343D88-483E-4B51-A4AB-71B8919B79FD}" srcId="{D08C0B18-D701-4FE2-AEAE-6F64B184719B}" destId="{976DFDE3-177D-4D84-9497-B8495FB32049}" srcOrd="1" destOrd="0" parTransId="{89971C92-FFB9-4FBD-8D22-C7D0B6C1532E}" sibTransId="{7C06DBA7-C14D-475E-BB5C-55E4AD9B2DC6}"/>
    <dgm:cxn modelId="{51ADCDB5-B718-4F49-9943-88006E84E1E9}" type="presOf" srcId="{BDBDC219-B748-4BD8-B4BE-D7F428989914}" destId="{EA395994-734B-400D-8ED1-815141457D20}" srcOrd="0" destOrd="0" presId="urn:microsoft.com/office/officeart/2018/5/layout/CenteredIconLabelDescriptionList"/>
    <dgm:cxn modelId="{4013B5D5-D3FB-4D06-B6BD-B4CA21922D3F}" type="presOf" srcId="{F3D03CD2-F753-4C75-A6C4-E747AA0C8527}" destId="{ACEFBD62-BA01-4AF5-BBEE-D13841006CE7}" srcOrd="0" destOrd="0" presId="urn:microsoft.com/office/officeart/2018/5/layout/CenteredIconLabelDescriptionList"/>
    <dgm:cxn modelId="{D5C4E0FD-E0BA-4C57-AEA3-80324A46B1E0}" type="presOf" srcId="{3410ED01-C185-4171-ADFB-204A25DFF3AB}" destId="{FACEABD9-E6FC-43AD-B767-A35B1EA6EBDD}" srcOrd="0" destOrd="0" presId="urn:microsoft.com/office/officeart/2018/5/layout/CenteredIconLabelDescriptionList"/>
    <dgm:cxn modelId="{88529B79-A2ED-45C2-B8EF-5EADF462681F}" type="presParOf" srcId="{B0F89E62-393F-468A-B4C6-F3E0D26607F1}" destId="{10B4656C-4E8A-455A-AFF6-7F66FE084B1F}" srcOrd="0" destOrd="0" presId="urn:microsoft.com/office/officeart/2018/5/layout/CenteredIconLabelDescriptionList"/>
    <dgm:cxn modelId="{78936FDF-E4F1-4FDE-A394-7D8119FB0B2E}" type="presParOf" srcId="{10B4656C-4E8A-455A-AFF6-7F66FE084B1F}" destId="{E064BA1F-BFB1-459B-807D-21CA779306F5}" srcOrd="0" destOrd="0" presId="urn:microsoft.com/office/officeart/2018/5/layout/CenteredIconLabelDescriptionList"/>
    <dgm:cxn modelId="{445221CC-A25C-4EF5-A640-34159B46944D}" type="presParOf" srcId="{10B4656C-4E8A-455A-AFF6-7F66FE084B1F}" destId="{42AEC3E9-A538-4BF0-A4E6-B8BE6DF067B4}" srcOrd="1" destOrd="0" presId="urn:microsoft.com/office/officeart/2018/5/layout/CenteredIconLabelDescriptionList"/>
    <dgm:cxn modelId="{1680B06F-6CB5-48D9-B8A8-D02F8A9D3987}" type="presParOf" srcId="{10B4656C-4E8A-455A-AFF6-7F66FE084B1F}" destId="{EA395994-734B-400D-8ED1-815141457D20}" srcOrd="2" destOrd="0" presId="urn:microsoft.com/office/officeart/2018/5/layout/CenteredIconLabelDescriptionList"/>
    <dgm:cxn modelId="{0E2BC63A-D0ED-4DE0-84C1-80FB912BC8B8}" type="presParOf" srcId="{10B4656C-4E8A-455A-AFF6-7F66FE084B1F}" destId="{6B92FDE4-2CF2-434A-83C5-83235D246D4E}" srcOrd="3" destOrd="0" presId="urn:microsoft.com/office/officeart/2018/5/layout/CenteredIconLabelDescriptionList"/>
    <dgm:cxn modelId="{5AD855AA-988D-4114-9280-848C8D8DD206}" type="presParOf" srcId="{10B4656C-4E8A-455A-AFF6-7F66FE084B1F}" destId="{FACEABD9-E6FC-43AD-B767-A35B1EA6EBDD}" srcOrd="4" destOrd="0" presId="urn:microsoft.com/office/officeart/2018/5/layout/CenteredIconLabelDescriptionList"/>
    <dgm:cxn modelId="{DEB94A5E-B04B-4C21-BBB4-AB380B40933C}" type="presParOf" srcId="{B0F89E62-393F-468A-B4C6-F3E0D26607F1}" destId="{03AADDB4-4CD1-42B1-94AC-BB72617174DF}" srcOrd="1" destOrd="0" presId="urn:microsoft.com/office/officeart/2018/5/layout/CenteredIconLabelDescriptionList"/>
    <dgm:cxn modelId="{CDB0D901-E34A-4577-B30D-5D28AC839219}" type="presParOf" srcId="{B0F89E62-393F-468A-B4C6-F3E0D26607F1}" destId="{03E0B9A7-3CA6-4B13-B1CF-FF47B3101C21}" srcOrd="2" destOrd="0" presId="urn:microsoft.com/office/officeart/2018/5/layout/CenteredIconLabelDescriptionList"/>
    <dgm:cxn modelId="{F3124132-5C72-418A-9596-63BB436645D8}" type="presParOf" srcId="{03E0B9A7-3CA6-4B13-B1CF-FF47B3101C21}" destId="{2CC7A40D-7C6D-46E0-99CA-EE95F9A557DE}" srcOrd="0" destOrd="0" presId="urn:microsoft.com/office/officeart/2018/5/layout/CenteredIconLabelDescriptionList"/>
    <dgm:cxn modelId="{8572472C-70FB-4175-944C-A4224D94BCB0}" type="presParOf" srcId="{03E0B9A7-3CA6-4B13-B1CF-FF47B3101C21}" destId="{0FC46EC9-9A9F-483E-92B6-B06A8E74EB60}" srcOrd="1" destOrd="0" presId="urn:microsoft.com/office/officeart/2018/5/layout/CenteredIconLabelDescriptionList"/>
    <dgm:cxn modelId="{D6C2DB5D-A79E-4D78-BE2B-5213EB2B5849}" type="presParOf" srcId="{03E0B9A7-3CA6-4B13-B1CF-FF47B3101C21}" destId="{45EB7E75-39B0-44DD-A42B-58C5655DBAE8}" srcOrd="2" destOrd="0" presId="urn:microsoft.com/office/officeart/2018/5/layout/CenteredIconLabelDescriptionList"/>
    <dgm:cxn modelId="{2884B5DA-15F4-4CF5-8129-6ADD92BA33F6}" type="presParOf" srcId="{03E0B9A7-3CA6-4B13-B1CF-FF47B3101C21}" destId="{E994ADCB-A005-412E-A2ED-E1AA289BEC78}" srcOrd="3" destOrd="0" presId="urn:microsoft.com/office/officeart/2018/5/layout/CenteredIconLabelDescriptionList"/>
    <dgm:cxn modelId="{2FC1930E-09F2-4EE9-82B8-BB4EF3A96ED4}" type="presParOf" srcId="{03E0B9A7-3CA6-4B13-B1CF-FF47B3101C21}" destId="{0E80F4EF-5586-44A6-8821-361A8FB00C9D}" srcOrd="4" destOrd="0" presId="urn:microsoft.com/office/officeart/2018/5/layout/CenteredIconLabelDescriptionList"/>
    <dgm:cxn modelId="{502AEA31-EC83-4E80-84B7-0637CA1E042C}" type="presParOf" srcId="{B0F89E62-393F-468A-B4C6-F3E0D26607F1}" destId="{3C57BD04-C2FB-4799-8532-E74757203538}" srcOrd="3" destOrd="0" presId="urn:microsoft.com/office/officeart/2018/5/layout/CenteredIconLabelDescriptionList"/>
    <dgm:cxn modelId="{8EAB9B83-0AB0-493F-8029-C30E9D8EBDD5}" type="presParOf" srcId="{B0F89E62-393F-468A-B4C6-F3E0D26607F1}" destId="{B666BE48-3754-42C5-A42F-F4274B1693AD}" srcOrd="4" destOrd="0" presId="urn:microsoft.com/office/officeart/2018/5/layout/CenteredIconLabelDescriptionList"/>
    <dgm:cxn modelId="{9010AE31-4D9E-4D69-9D7C-E2E398B6F72B}" type="presParOf" srcId="{B666BE48-3754-42C5-A42F-F4274B1693AD}" destId="{22AFE103-7BE6-4279-B25B-E098850D59D4}" srcOrd="0" destOrd="0" presId="urn:microsoft.com/office/officeart/2018/5/layout/CenteredIconLabelDescriptionList"/>
    <dgm:cxn modelId="{A498CCD5-15DC-4D2B-A34D-C4AEA22D864B}" type="presParOf" srcId="{B666BE48-3754-42C5-A42F-F4274B1693AD}" destId="{BE0CDE13-F87F-467F-B4C8-804071524B75}" srcOrd="1" destOrd="0" presId="urn:microsoft.com/office/officeart/2018/5/layout/CenteredIconLabelDescriptionList"/>
    <dgm:cxn modelId="{93D99F99-7956-41A6-8952-1C2919778CE3}" type="presParOf" srcId="{B666BE48-3754-42C5-A42F-F4274B1693AD}" destId="{ACEFBD62-BA01-4AF5-BBEE-D13841006CE7}" srcOrd="2" destOrd="0" presId="urn:microsoft.com/office/officeart/2018/5/layout/CenteredIconLabelDescriptionList"/>
    <dgm:cxn modelId="{6CE993AA-F77C-42AF-8BB0-8E16C6404451}" type="presParOf" srcId="{B666BE48-3754-42C5-A42F-F4274B1693AD}" destId="{270216CB-2AA0-49ED-A8A7-47D1F14BC57D}" srcOrd="3" destOrd="0" presId="urn:microsoft.com/office/officeart/2018/5/layout/CenteredIconLabelDescriptionList"/>
    <dgm:cxn modelId="{64F39481-0B6B-456B-A349-67382CB8E078}" type="presParOf" srcId="{B666BE48-3754-42C5-A42F-F4274B1693AD}" destId="{C71DC1D9-67CC-43DB-B75D-B6F005459BB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E88DE9-C1D1-4F5C-886D-1E292A7A9858}"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7F8E1588-AEC5-40F6-9262-BFB479B7BB49}">
      <dgm:prSet/>
      <dgm:spPr/>
      <dgm:t>
        <a:bodyPr/>
        <a:lstStyle/>
        <a:p>
          <a:r>
            <a:rPr lang="en-US" b="1"/>
            <a:t>Features:</a:t>
          </a:r>
          <a:endParaRPr lang="en-US"/>
        </a:p>
      </dgm:t>
    </dgm:pt>
    <dgm:pt modelId="{E1D100AB-7EBD-4B7A-81E6-F3F2FF898C64}" type="parTrans" cxnId="{F58C56AE-2B60-4AB5-9D25-8989393D0866}">
      <dgm:prSet/>
      <dgm:spPr/>
      <dgm:t>
        <a:bodyPr/>
        <a:lstStyle/>
        <a:p>
          <a:endParaRPr lang="en-US"/>
        </a:p>
      </dgm:t>
    </dgm:pt>
    <dgm:pt modelId="{121C2C83-BDC1-4563-9F70-0999A0DA2470}" type="sibTrans" cxnId="{F58C56AE-2B60-4AB5-9D25-8989393D0866}">
      <dgm:prSet/>
      <dgm:spPr/>
      <dgm:t>
        <a:bodyPr/>
        <a:lstStyle/>
        <a:p>
          <a:endParaRPr lang="en-US"/>
        </a:p>
      </dgm:t>
    </dgm:pt>
    <dgm:pt modelId="{5DE6F9EE-3229-49EC-B454-F063074B260A}">
      <dgm:prSet/>
      <dgm:spPr/>
      <dgm:t>
        <a:bodyPr/>
        <a:lstStyle/>
        <a:p>
          <a:r>
            <a:rPr lang="en-US" b="1"/>
            <a:t>Dynamic Registration: </a:t>
          </a:r>
          <a:endParaRPr lang="en-US"/>
        </a:p>
      </dgm:t>
    </dgm:pt>
    <dgm:pt modelId="{1DC2EF7D-3EA3-4AFD-A74F-69D8124A2BFF}" type="parTrans" cxnId="{BEB81063-4C24-4992-A1DF-2AD9450CD184}">
      <dgm:prSet/>
      <dgm:spPr/>
      <dgm:t>
        <a:bodyPr/>
        <a:lstStyle/>
        <a:p>
          <a:endParaRPr lang="en-US"/>
        </a:p>
      </dgm:t>
    </dgm:pt>
    <dgm:pt modelId="{3B23452D-DBE7-4288-AF20-F1685BB05CAF}" type="sibTrans" cxnId="{BEB81063-4C24-4992-A1DF-2AD9450CD184}">
      <dgm:prSet/>
      <dgm:spPr/>
      <dgm:t>
        <a:bodyPr/>
        <a:lstStyle/>
        <a:p>
          <a:endParaRPr lang="en-US"/>
        </a:p>
      </dgm:t>
    </dgm:pt>
    <dgm:pt modelId="{AD7A97BA-ABBF-458B-A29A-8D60793302E3}">
      <dgm:prSet/>
      <dgm:spPr/>
      <dgm:t>
        <a:bodyPr/>
        <a:lstStyle/>
        <a:p>
          <a:r>
            <a:rPr lang="en-US"/>
            <a:t>The microservice registers itself with the SR upon the startup</a:t>
          </a:r>
        </a:p>
      </dgm:t>
    </dgm:pt>
    <dgm:pt modelId="{67FBC362-5E3B-475E-9BAE-0C788C30FCA2}" type="parTrans" cxnId="{78638911-5E23-438E-BCE8-EE6C7215CE8F}">
      <dgm:prSet/>
      <dgm:spPr/>
      <dgm:t>
        <a:bodyPr/>
        <a:lstStyle/>
        <a:p>
          <a:endParaRPr lang="en-US"/>
        </a:p>
      </dgm:t>
    </dgm:pt>
    <dgm:pt modelId="{15655AED-23E9-4442-8FCF-7DC06AA6DECD}" type="sibTrans" cxnId="{78638911-5E23-438E-BCE8-EE6C7215CE8F}">
      <dgm:prSet/>
      <dgm:spPr/>
      <dgm:t>
        <a:bodyPr/>
        <a:lstStyle/>
        <a:p>
          <a:endParaRPr lang="en-US"/>
        </a:p>
      </dgm:t>
    </dgm:pt>
    <dgm:pt modelId="{438320A7-EA86-430D-87D8-B57A61088CAE}">
      <dgm:prSet/>
      <dgm:spPr/>
      <dgm:t>
        <a:bodyPr/>
        <a:lstStyle/>
        <a:p>
          <a:r>
            <a:rPr lang="en-US" b="1"/>
            <a:t>Heartbeat Mechanism:</a:t>
          </a:r>
          <a:r>
            <a:rPr lang="en-US"/>
            <a:t> </a:t>
          </a:r>
        </a:p>
      </dgm:t>
    </dgm:pt>
    <dgm:pt modelId="{3C1ECCAC-714F-4CA0-8BF8-89E9F2D0EE59}" type="parTrans" cxnId="{44C0B8AB-880D-4C08-B64F-D62EC59AA743}">
      <dgm:prSet/>
      <dgm:spPr/>
      <dgm:t>
        <a:bodyPr/>
        <a:lstStyle/>
        <a:p>
          <a:endParaRPr lang="en-US"/>
        </a:p>
      </dgm:t>
    </dgm:pt>
    <dgm:pt modelId="{3587EFC2-DA8E-455A-B597-F981B7DDEBE0}" type="sibTrans" cxnId="{44C0B8AB-880D-4C08-B64F-D62EC59AA743}">
      <dgm:prSet/>
      <dgm:spPr/>
      <dgm:t>
        <a:bodyPr/>
        <a:lstStyle/>
        <a:p>
          <a:endParaRPr lang="en-US"/>
        </a:p>
      </dgm:t>
    </dgm:pt>
    <dgm:pt modelId="{2B06DB4E-C0D6-4F52-ABEB-C27A073AE87A}">
      <dgm:prSet/>
      <dgm:spPr/>
      <dgm:t>
        <a:bodyPr/>
        <a:lstStyle/>
        <a:p>
          <a:r>
            <a:rPr lang="en-US"/>
            <a:t>It sends heartbeats to inform the registry that the service is live and operational</a:t>
          </a:r>
        </a:p>
      </dgm:t>
    </dgm:pt>
    <dgm:pt modelId="{CC429345-BDFB-45C5-985A-15E599D95495}" type="parTrans" cxnId="{DEBEA48F-A736-4759-A9D2-885B60459F06}">
      <dgm:prSet/>
      <dgm:spPr/>
      <dgm:t>
        <a:bodyPr/>
        <a:lstStyle/>
        <a:p>
          <a:endParaRPr lang="en-US"/>
        </a:p>
      </dgm:t>
    </dgm:pt>
    <dgm:pt modelId="{E7C0A8F2-2937-4AF0-9978-635F2FFA3FE4}" type="sibTrans" cxnId="{DEBEA48F-A736-4759-A9D2-885B60459F06}">
      <dgm:prSet/>
      <dgm:spPr/>
      <dgm:t>
        <a:bodyPr/>
        <a:lstStyle/>
        <a:p>
          <a:endParaRPr lang="en-US"/>
        </a:p>
      </dgm:t>
    </dgm:pt>
    <dgm:pt modelId="{BF943E56-ACB4-4E3B-B5F4-F2912AD3E666}">
      <dgm:prSet/>
      <dgm:spPr/>
      <dgm:t>
        <a:bodyPr/>
        <a:lstStyle/>
        <a:p>
          <a:r>
            <a:rPr lang="en-US" b="1"/>
            <a:t>Deregistration:</a:t>
          </a:r>
          <a:endParaRPr lang="en-US"/>
        </a:p>
      </dgm:t>
    </dgm:pt>
    <dgm:pt modelId="{CCA532B2-7D0B-40BD-B160-57AE309075BD}" type="parTrans" cxnId="{150E0318-EC17-45F9-A40E-55E29B424FA3}">
      <dgm:prSet/>
      <dgm:spPr/>
      <dgm:t>
        <a:bodyPr/>
        <a:lstStyle/>
        <a:p>
          <a:endParaRPr lang="en-US"/>
        </a:p>
      </dgm:t>
    </dgm:pt>
    <dgm:pt modelId="{10582DF7-284D-43C5-959F-2D0C31A1B530}" type="sibTrans" cxnId="{150E0318-EC17-45F9-A40E-55E29B424FA3}">
      <dgm:prSet/>
      <dgm:spPr/>
      <dgm:t>
        <a:bodyPr/>
        <a:lstStyle/>
        <a:p>
          <a:endParaRPr lang="en-US"/>
        </a:p>
      </dgm:t>
    </dgm:pt>
    <dgm:pt modelId="{38472400-4833-478C-914D-2029ACE9A76E}">
      <dgm:prSet/>
      <dgm:spPr/>
      <dgm:t>
        <a:bodyPr/>
        <a:lstStyle/>
        <a:p>
          <a:r>
            <a:rPr lang="en-US"/>
            <a:t>Upon shutdown, the service automatically deregisters itself to avoid stale entries in the registry</a:t>
          </a:r>
        </a:p>
      </dgm:t>
    </dgm:pt>
    <dgm:pt modelId="{16FA1F1F-5136-474C-8478-37AFFD65A191}" type="parTrans" cxnId="{B9E2DC84-0B83-4DF2-BDB0-9ED7EA8D6B11}">
      <dgm:prSet/>
      <dgm:spPr/>
      <dgm:t>
        <a:bodyPr/>
        <a:lstStyle/>
        <a:p>
          <a:endParaRPr lang="en-US"/>
        </a:p>
      </dgm:t>
    </dgm:pt>
    <dgm:pt modelId="{CF8FB3A1-D9C6-4C16-BBD5-CF5C014461D1}" type="sibTrans" cxnId="{B9E2DC84-0B83-4DF2-BDB0-9ED7EA8D6B11}">
      <dgm:prSet/>
      <dgm:spPr/>
      <dgm:t>
        <a:bodyPr/>
        <a:lstStyle/>
        <a:p>
          <a:endParaRPr lang="en-US"/>
        </a:p>
      </dgm:t>
    </dgm:pt>
    <dgm:pt modelId="{B5C3589A-385E-412A-A7C3-C6372FA1ADD1}">
      <dgm:prSet/>
      <dgm:spPr/>
      <dgm:t>
        <a:bodyPr/>
        <a:lstStyle/>
        <a:p>
          <a:r>
            <a:rPr lang="en-US" b="1"/>
            <a:t>Benefits: </a:t>
          </a:r>
          <a:endParaRPr lang="en-US"/>
        </a:p>
      </dgm:t>
    </dgm:pt>
    <dgm:pt modelId="{E4BF4731-5113-4865-A365-373F83E9DF2C}" type="parTrans" cxnId="{61CF821A-4B0C-4A74-B8E9-9B760CAE3506}">
      <dgm:prSet/>
      <dgm:spPr/>
      <dgm:t>
        <a:bodyPr/>
        <a:lstStyle/>
        <a:p>
          <a:endParaRPr lang="en-US"/>
        </a:p>
      </dgm:t>
    </dgm:pt>
    <dgm:pt modelId="{4DC5898C-DDDC-4220-8A92-2A9CBDD1516C}" type="sibTrans" cxnId="{61CF821A-4B0C-4A74-B8E9-9B760CAE3506}">
      <dgm:prSet/>
      <dgm:spPr/>
      <dgm:t>
        <a:bodyPr/>
        <a:lstStyle/>
        <a:p>
          <a:endParaRPr lang="en-US"/>
        </a:p>
      </dgm:t>
    </dgm:pt>
    <dgm:pt modelId="{29529731-EE80-45F0-9E46-F5E45D774760}">
      <dgm:prSet/>
      <dgm:spPr/>
      <dgm:t>
        <a:bodyPr/>
        <a:lstStyle/>
        <a:p>
          <a:r>
            <a:rPr lang="en-US" b="1"/>
            <a:t>Service Discovery:</a:t>
          </a:r>
          <a:endParaRPr lang="en-US"/>
        </a:p>
      </dgm:t>
    </dgm:pt>
    <dgm:pt modelId="{57359150-4D56-4DC7-93E5-9B0F8D18E42E}" type="parTrans" cxnId="{6BA3EA24-BD2A-4A41-85D2-1ABADF7F2787}">
      <dgm:prSet/>
      <dgm:spPr/>
      <dgm:t>
        <a:bodyPr/>
        <a:lstStyle/>
        <a:p>
          <a:endParaRPr lang="en-US"/>
        </a:p>
      </dgm:t>
    </dgm:pt>
    <dgm:pt modelId="{FB89ADEF-7501-46BA-B27E-A249240A2898}" type="sibTrans" cxnId="{6BA3EA24-BD2A-4A41-85D2-1ABADF7F2787}">
      <dgm:prSet/>
      <dgm:spPr/>
      <dgm:t>
        <a:bodyPr/>
        <a:lstStyle/>
        <a:p>
          <a:endParaRPr lang="en-US"/>
        </a:p>
      </dgm:t>
    </dgm:pt>
    <dgm:pt modelId="{7EA4CF4C-7983-440F-8826-A6B92B7C58F6}">
      <dgm:prSet/>
      <dgm:spPr/>
      <dgm:t>
        <a:bodyPr/>
        <a:lstStyle/>
        <a:p>
          <a:r>
            <a:rPr lang="en-US"/>
            <a:t>Other services can easily discover this service when needed</a:t>
          </a:r>
        </a:p>
      </dgm:t>
    </dgm:pt>
    <dgm:pt modelId="{715CC3B2-9E10-4A26-A165-54FD7E82FF53}" type="parTrans" cxnId="{26765FE4-2E95-4B16-B94B-C7B2EB876D94}">
      <dgm:prSet/>
      <dgm:spPr/>
      <dgm:t>
        <a:bodyPr/>
        <a:lstStyle/>
        <a:p>
          <a:endParaRPr lang="en-US"/>
        </a:p>
      </dgm:t>
    </dgm:pt>
    <dgm:pt modelId="{78F9EF1D-0BA4-4CD6-9BEF-60F877DE04BB}" type="sibTrans" cxnId="{26765FE4-2E95-4B16-B94B-C7B2EB876D94}">
      <dgm:prSet/>
      <dgm:spPr/>
      <dgm:t>
        <a:bodyPr/>
        <a:lstStyle/>
        <a:p>
          <a:endParaRPr lang="en-US"/>
        </a:p>
      </dgm:t>
    </dgm:pt>
    <dgm:pt modelId="{34A3DAAB-4D08-4E5E-A9AA-8D0FB04739CA}">
      <dgm:prSet/>
      <dgm:spPr/>
      <dgm:t>
        <a:bodyPr/>
        <a:lstStyle/>
        <a:p>
          <a:r>
            <a:rPr lang="en-US" b="1"/>
            <a:t>Health Monitoring:</a:t>
          </a:r>
          <a:endParaRPr lang="en-US"/>
        </a:p>
      </dgm:t>
    </dgm:pt>
    <dgm:pt modelId="{C103FE36-4B75-42C8-82B9-5FAE5C201906}" type="parTrans" cxnId="{A21984C8-AD0D-42A6-A460-62DDC0A78905}">
      <dgm:prSet/>
      <dgm:spPr/>
      <dgm:t>
        <a:bodyPr/>
        <a:lstStyle/>
        <a:p>
          <a:endParaRPr lang="en-US"/>
        </a:p>
      </dgm:t>
    </dgm:pt>
    <dgm:pt modelId="{57CC61E8-0539-4FCD-88C0-D3A6B16CC3AC}" type="sibTrans" cxnId="{A21984C8-AD0D-42A6-A460-62DDC0A78905}">
      <dgm:prSet/>
      <dgm:spPr/>
      <dgm:t>
        <a:bodyPr/>
        <a:lstStyle/>
        <a:p>
          <a:endParaRPr lang="en-US"/>
        </a:p>
      </dgm:t>
    </dgm:pt>
    <dgm:pt modelId="{9CE47AF6-5B41-4C90-AD65-642BFBAB39B4}">
      <dgm:prSet/>
      <dgm:spPr/>
      <dgm:t>
        <a:bodyPr/>
        <a:lstStyle/>
        <a:p>
          <a:r>
            <a:rPr lang="en-US"/>
            <a:t>Ensures that only active services are listed for clients </a:t>
          </a:r>
        </a:p>
      </dgm:t>
    </dgm:pt>
    <dgm:pt modelId="{8260A5E3-5DB0-4A5A-8AE2-C5FE8F901860}" type="parTrans" cxnId="{C47BF206-5A4B-44C9-95D1-C2870CBDFFAD}">
      <dgm:prSet/>
      <dgm:spPr/>
      <dgm:t>
        <a:bodyPr/>
        <a:lstStyle/>
        <a:p>
          <a:endParaRPr lang="en-US"/>
        </a:p>
      </dgm:t>
    </dgm:pt>
    <dgm:pt modelId="{2C0B171F-724B-4092-81FA-DDF873011CB0}" type="sibTrans" cxnId="{C47BF206-5A4B-44C9-95D1-C2870CBDFFAD}">
      <dgm:prSet/>
      <dgm:spPr/>
      <dgm:t>
        <a:bodyPr/>
        <a:lstStyle/>
        <a:p>
          <a:endParaRPr lang="en-US"/>
        </a:p>
      </dgm:t>
    </dgm:pt>
    <dgm:pt modelId="{1C74A8BD-96E0-4F7B-8A66-2CE529CB7029}">
      <dgm:prSet/>
      <dgm:spPr/>
      <dgm:t>
        <a:bodyPr/>
        <a:lstStyle/>
        <a:p>
          <a:r>
            <a:rPr lang="en-US" b="1"/>
            <a:t>Reliability:</a:t>
          </a:r>
          <a:endParaRPr lang="en-US"/>
        </a:p>
      </dgm:t>
    </dgm:pt>
    <dgm:pt modelId="{4433F0B9-CD3F-443F-90F7-6D2359C32676}" type="parTrans" cxnId="{F7071523-6A98-4353-8E3C-B8EF6D5202D0}">
      <dgm:prSet/>
      <dgm:spPr/>
      <dgm:t>
        <a:bodyPr/>
        <a:lstStyle/>
        <a:p>
          <a:endParaRPr lang="en-US"/>
        </a:p>
      </dgm:t>
    </dgm:pt>
    <dgm:pt modelId="{024EBAF7-2CD8-4292-A947-69D63BEBE666}" type="sibTrans" cxnId="{F7071523-6A98-4353-8E3C-B8EF6D5202D0}">
      <dgm:prSet/>
      <dgm:spPr/>
      <dgm:t>
        <a:bodyPr/>
        <a:lstStyle/>
        <a:p>
          <a:endParaRPr lang="en-US"/>
        </a:p>
      </dgm:t>
    </dgm:pt>
    <dgm:pt modelId="{5077D3E1-A15B-4FA1-87BC-CAD9D9C6445E}">
      <dgm:prSet/>
      <dgm:spPr/>
      <dgm:t>
        <a:bodyPr/>
        <a:lstStyle/>
        <a:p>
          <a:r>
            <a:rPr lang="en-US"/>
            <a:t>Improved the overall integrity by removing failed or inactive services </a:t>
          </a:r>
        </a:p>
      </dgm:t>
    </dgm:pt>
    <dgm:pt modelId="{368CDF41-6C25-4B03-8B4A-E32368F7801C}" type="parTrans" cxnId="{7FB4D977-4C13-425F-B26B-CBAAAE85520B}">
      <dgm:prSet/>
      <dgm:spPr/>
      <dgm:t>
        <a:bodyPr/>
        <a:lstStyle/>
        <a:p>
          <a:endParaRPr lang="en-US"/>
        </a:p>
      </dgm:t>
    </dgm:pt>
    <dgm:pt modelId="{CD4FA2C9-A26C-4477-9A31-95E84002667C}" type="sibTrans" cxnId="{7FB4D977-4C13-425F-B26B-CBAAAE85520B}">
      <dgm:prSet/>
      <dgm:spPr/>
      <dgm:t>
        <a:bodyPr/>
        <a:lstStyle/>
        <a:p>
          <a:endParaRPr lang="en-US"/>
        </a:p>
      </dgm:t>
    </dgm:pt>
    <dgm:pt modelId="{B9BE137B-49F9-468E-8F28-06CD4019925F}" type="pres">
      <dgm:prSet presAssocID="{CEE88DE9-C1D1-4F5C-886D-1E292A7A9858}" presName="linear" presStyleCnt="0">
        <dgm:presLayoutVars>
          <dgm:dir/>
          <dgm:animLvl val="lvl"/>
          <dgm:resizeHandles val="exact"/>
        </dgm:presLayoutVars>
      </dgm:prSet>
      <dgm:spPr/>
    </dgm:pt>
    <dgm:pt modelId="{758C8C13-1B84-42B7-B250-1ACFBFBCFDFF}" type="pres">
      <dgm:prSet presAssocID="{7F8E1588-AEC5-40F6-9262-BFB479B7BB49}" presName="parentLin" presStyleCnt="0"/>
      <dgm:spPr/>
    </dgm:pt>
    <dgm:pt modelId="{724B4B84-655A-4175-BF77-AD9AC442E786}" type="pres">
      <dgm:prSet presAssocID="{7F8E1588-AEC5-40F6-9262-BFB479B7BB49}" presName="parentLeftMargin" presStyleLbl="node1" presStyleIdx="0" presStyleCnt="2"/>
      <dgm:spPr/>
    </dgm:pt>
    <dgm:pt modelId="{0FDFF2A5-F795-4B54-94AD-26C178AFAB9E}" type="pres">
      <dgm:prSet presAssocID="{7F8E1588-AEC5-40F6-9262-BFB479B7BB49}" presName="parentText" presStyleLbl="node1" presStyleIdx="0" presStyleCnt="2">
        <dgm:presLayoutVars>
          <dgm:chMax val="0"/>
          <dgm:bulletEnabled val="1"/>
        </dgm:presLayoutVars>
      </dgm:prSet>
      <dgm:spPr/>
    </dgm:pt>
    <dgm:pt modelId="{3AAF961B-C56A-48E5-8A54-1D414F128076}" type="pres">
      <dgm:prSet presAssocID="{7F8E1588-AEC5-40F6-9262-BFB479B7BB49}" presName="negativeSpace" presStyleCnt="0"/>
      <dgm:spPr/>
    </dgm:pt>
    <dgm:pt modelId="{85BCE5AA-9C81-41E5-B072-CDF41D42AE20}" type="pres">
      <dgm:prSet presAssocID="{7F8E1588-AEC5-40F6-9262-BFB479B7BB49}" presName="childText" presStyleLbl="conFgAcc1" presStyleIdx="0" presStyleCnt="2">
        <dgm:presLayoutVars>
          <dgm:bulletEnabled val="1"/>
        </dgm:presLayoutVars>
      </dgm:prSet>
      <dgm:spPr/>
    </dgm:pt>
    <dgm:pt modelId="{828625AA-0D7B-4578-BFCA-FE48762237C8}" type="pres">
      <dgm:prSet presAssocID="{121C2C83-BDC1-4563-9F70-0999A0DA2470}" presName="spaceBetweenRectangles" presStyleCnt="0"/>
      <dgm:spPr/>
    </dgm:pt>
    <dgm:pt modelId="{DC75D877-123B-4662-A02A-D08CAF93F86B}" type="pres">
      <dgm:prSet presAssocID="{B5C3589A-385E-412A-A7C3-C6372FA1ADD1}" presName="parentLin" presStyleCnt="0"/>
      <dgm:spPr/>
    </dgm:pt>
    <dgm:pt modelId="{BC1F6161-B24C-4F96-99E5-6FE4D4A33A35}" type="pres">
      <dgm:prSet presAssocID="{B5C3589A-385E-412A-A7C3-C6372FA1ADD1}" presName="parentLeftMargin" presStyleLbl="node1" presStyleIdx="0" presStyleCnt="2"/>
      <dgm:spPr/>
    </dgm:pt>
    <dgm:pt modelId="{6863A35D-B681-4201-B39F-704C3D75AC23}" type="pres">
      <dgm:prSet presAssocID="{B5C3589A-385E-412A-A7C3-C6372FA1ADD1}" presName="parentText" presStyleLbl="node1" presStyleIdx="1" presStyleCnt="2">
        <dgm:presLayoutVars>
          <dgm:chMax val="0"/>
          <dgm:bulletEnabled val="1"/>
        </dgm:presLayoutVars>
      </dgm:prSet>
      <dgm:spPr/>
    </dgm:pt>
    <dgm:pt modelId="{CE9557E1-B7BD-4968-8FAC-520291C4494D}" type="pres">
      <dgm:prSet presAssocID="{B5C3589A-385E-412A-A7C3-C6372FA1ADD1}" presName="negativeSpace" presStyleCnt="0"/>
      <dgm:spPr/>
    </dgm:pt>
    <dgm:pt modelId="{513E9ED3-04E6-4D54-B6B7-D0D15C89C2DC}" type="pres">
      <dgm:prSet presAssocID="{B5C3589A-385E-412A-A7C3-C6372FA1ADD1}" presName="childText" presStyleLbl="conFgAcc1" presStyleIdx="1" presStyleCnt="2">
        <dgm:presLayoutVars>
          <dgm:bulletEnabled val="1"/>
        </dgm:presLayoutVars>
      </dgm:prSet>
      <dgm:spPr/>
    </dgm:pt>
  </dgm:ptLst>
  <dgm:cxnLst>
    <dgm:cxn modelId="{01695A05-3230-4536-933C-575F1E109201}" type="presOf" srcId="{CEE88DE9-C1D1-4F5C-886D-1E292A7A9858}" destId="{B9BE137B-49F9-468E-8F28-06CD4019925F}" srcOrd="0" destOrd="0" presId="urn:microsoft.com/office/officeart/2005/8/layout/list1"/>
    <dgm:cxn modelId="{C47BF206-5A4B-44C9-95D1-C2870CBDFFAD}" srcId="{34A3DAAB-4D08-4E5E-A9AA-8D0FB04739CA}" destId="{9CE47AF6-5B41-4C90-AD65-642BFBAB39B4}" srcOrd="0" destOrd="0" parTransId="{8260A5E3-5DB0-4A5A-8AE2-C5FE8F901860}" sibTransId="{2C0B171F-724B-4092-81FA-DDF873011CB0}"/>
    <dgm:cxn modelId="{78638911-5E23-438E-BCE8-EE6C7215CE8F}" srcId="{5DE6F9EE-3229-49EC-B454-F063074B260A}" destId="{AD7A97BA-ABBF-458B-A29A-8D60793302E3}" srcOrd="0" destOrd="0" parTransId="{67FBC362-5E3B-475E-9BAE-0C788C30FCA2}" sibTransId="{15655AED-23E9-4442-8FCF-7DC06AA6DECD}"/>
    <dgm:cxn modelId="{0769F212-10D8-4CA0-8F77-AAFD0A823667}" type="presOf" srcId="{34A3DAAB-4D08-4E5E-A9AA-8D0FB04739CA}" destId="{513E9ED3-04E6-4D54-B6B7-D0D15C89C2DC}" srcOrd="0" destOrd="2" presId="urn:microsoft.com/office/officeart/2005/8/layout/list1"/>
    <dgm:cxn modelId="{BDF30814-3E88-4B35-8C72-509B24F37FDE}" type="presOf" srcId="{B5C3589A-385E-412A-A7C3-C6372FA1ADD1}" destId="{6863A35D-B681-4201-B39F-704C3D75AC23}" srcOrd="1" destOrd="0" presId="urn:microsoft.com/office/officeart/2005/8/layout/list1"/>
    <dgm:cxn modelId="{150E0318-EC17-45F9-A40E-55E29B424FA3}" srcId="{7F8E1588-AEC5-40F6-9262-BFB479B7BB49}" destId="{BF943E56-ACB4-4E3B-B5F4-F2912AD3E666}" srcOrd="2" destOrd="0" parTransId="{CCA532B2-7D0B-40BD-B160-57AE309075BD}" sibTransId="{10582DF7-284D-43C5-959F-2D0C31A1B530}"/>
    <dgm:cxn modelId="{FDDC7D1A-AD70-41A9-8B0A-794E55A3198D}" type="presOf" srcId="{7F8E1588-AEC5-40F6-9262-BFB479B7BB49}" destId="{0FDFF2A5-F795-4B54-94AD-26C178AFAB9E}" srcOrd="1" destOrd="0" presId="urn:microsoft.com/office/officeart/2005/8/layout/list1"/>
    <dgm:cxn modelId="{61CF821A-4B0C-4A74-B8E9-9B760CAE3506}" srcId="{CEE88DE9-C1D1-4F5C-886D-1E292A7A9858}" destId="{B5C3589A-385E-412A-A7C3-C6372FA1ADD1}" srcOrd="1" destOrd="0" parTransId="{E4BF4731-5113-4865-A365-373F83E9DF2C}" sibTransId="{4DC5898C-DDDC-4220-8A92-2A9CBDD1516C}"/>
    <dgm:cxn modelId="{F7071523-6A98-4353-8E3C-B8EF6D5202D0}" srcId="{B5C3589A-385E-412A-A7C3-C6372FA1ADD1}" destId="{1C74A8BD-96E0-4F7B-8A66-2CE529CB7029}" srcOrd="2" destOrd="0" parTransId="{4433F0B9-CD3F-443F-90F7-6D2359C32676}" sibTransId="{024EBAF7-2CD8-4292-A947-69D63BEBE666}"/>
    <dgm:cxn modelId="{6BA3EA24-BD2A-4A41-85D2-1ABADF7F2787}" srcId="{B5C3589A-385E-412A-A7C3-C6372FA1ADD1}" destId="{29529731-EE80-45F0-9E46-F5E45D774760}" srcOrd="0" destOrd="0" parTransId="{57359150-4D56-4DC7-93E5-9B0F8D18E42E}" sibTransId="{FB89ADEF-7501-46BA-B27E-A249240A2898}"/>
    <dgm:cxn modelId="{3B9F7134-DEA6-4018-A3BF-E47599A408A7}" type="presOf" srcId="{2B06DB4E-C0D6-4F52-ABEB-C27A073AE87A}" destId="{85BCE5AA-9C81-41E5-B072-CDF41D42AE20}" srcOrd="0" destOrd="3" presId="urn:microsoft.com/office/officeart/2005/8/layout/list1"/>
    <dgm:cxn modelId="{79DC8C35-C555-422C-98D4-5D906E277909}" type="presOf" srcId="{7EA4CF4C-7983-440F-8826-A6B92B7C58F6}" destId="{513E9ED3-04E6-4D54-B6B7-D0D15C89C2DC}" srcOrd="0" destOrd="1" presId="urn:microsoft.com/office/officeart/2005/8/layout/list1"/>
    <dgm:cxn modelId="{01A76D40-9467-4EA4-9A93-06E8F912EA7D}" type="presOf" srcId="{AD7A97BA-ABBF-458B-A29A-8D60793302E3}" destId="{85BCE5AA-9C81-41E5-B072-CDF41D42AE20}" srcOrd="0" destOrd="1" presId="urn:microsoft.com/office/officeart/2005/8/layout/list1"/>
    <dgm:cxn modelId="{1217785D-FB53-4502-8176-DC7658FBD7FE}" type="presOf" srcId="{9CE47AF6-5B41-4C90-AD65-642BFBAB39B4}" destId="{513E9ED3-04E6-4D54-B6B7-D0D15C89C2DC}" srcOrd="0" destOrd="3" presId="urn:microsoft.com/office/officeart/2005/8/layout/list1"/>
    <dgm:cxn modelId="{BEB81063-4C24-4992-A1DF-2AD9450CD184}" srcId="{7F8E1588-AEC5-40F6-9262-BFB479B7BB49}" destId="{5DE6F9EE-3229-49EC-B454-F063074B260A}" srcOrd="0" destOrd="0" parTransId="{1DC2EF7D-3EA3-4AFD-A74F-69D8124A2BFF}" sibTransId="{3B23452D-DBE7-4288-AF20-F1685BB05CAF}"/>
    <dgm:cxn modelId="{A0C82C45-34E5-46FE-962F-46930DDAA1A6}" type="presOf" srcId="{29529731-EE80-45F0-9E46-F5E45D774760}" destId="{513E9ED3-04E6-4D54-B6B7-D0D15C89C2DC}" srcOrd="0" destOrd="0" presId="urn:microsoft.com/office/officeart/2005/8/layout/list1"/>
    <dgm:cxn modelId="{6D06FE67-CAC7-4E78-8C12-3C80AA213CCC}" type="presOf" srcId="{7F8E1588-AEC5-40F6-9262-BFB479B7BB49}" destId="{724B4B84-655A-4175-BF77-AD9AC442E786}" srcOrd="0" destOrd="0" presId="urn:microsoft.com/office/officeart/2005/8/layout/list1"/>
    <dgm:cxn modelId="{7FB4D977-4C13-425F-B26B-CBAAAE85520B}" srcId="{1C74A8BD-96E0-4F7B-8A66-2CE529CB7029}" destId="{5077D3E1-A15B-4FA1-87BC-CAD9D9C6445E}" srcOrd="0" destOrd="0" parTransId="{368CDF41-6C25-4B03-8B4A-E32368F7801C}" sibTransId="{CD4FA2C9-A26C-4477-9A31-95E84002667C}"/>
    <dgm:cxn modelId="{5FBC387B-4480-44A5-A310-12914EAC6E51}" type="presOf" srcId="{38472400-4833-478C-914D-2029ACE9A76E}" destId="{85BCE5AA-9C81-41E5-B072-CDF41D42AE20}" srcOrd="0" destOrd="5" presId="urn:microsoft.com/office/officeart/2005/8/layout/list1"/>
    <dgm:cxn modelId="{B9E2DC84-0B83-4DF2-BDB0-9ED7EA8D6B11}" srcId="{BF943E56-ACB4-4E3B-B5F4-F2912AD3E666}" destId="{38472400-4833-478C-914D-2029ACE9A76E}" srcOrd="0" destOrd="0" parTransId="{16FA1F1F-5136-474C-8478-37AFFD65A191}" sibTransId="{CF8FB3A1-D9C6-4C16-BBD5-CF5C014461D1}"/>
    <dgm:cxn modelId="{02555C8D-950B-45F8-A15D-A044C5C9CA1A}" type="presOf" srcId="{5077D3E1-A15B-4FA1-87BC-CAD9D9C6445E}" destId="{513E9ED3-04E6-4D54-B6B7-D0D15C89C2DC}" srcOrd="0" destOrd="5" presId="urn:microsoft.com/office/officeart/2005/8/layout/list1"/>
    <dgm:cxn modelId="{DEBEA48F-A736-4759-A9D2-885B60459F06}" srcId="{438320A7-EA86-430D-87D8-B57A61088CAE}" destId="{2B06DB4E-C0D6-4F52-ABEB-C27A073AE87A}" srcOrd="0" destOrd="0" parTransId="{CC429345-BDFB-45C5-985A-15E599D95495}" sibTransId="{E7C0A8F2-2937-4AF0-9978-635F2FFA3FE4}"/>
    <dgm:cxn modelId="{E4DBCD9A-78E8-4633-B51A-012897EF64FE}" type="presOf" srcId="{438320A7-EA86-430D-87D8-B57A61088CAE}" destId="{85BCE5AA-9C81-41E5-B072-CDF41D42AE20}" srcOrd="0" destOrd="2" presId="urn:microsoft.com/office/officeart/2005/8/layout/list1"/>
    <dgm:cxn modelId="{44C0B8AB-880D-4C08-B64F-D62EC59AA743}" srcId="{7F8E1588-AEC5-40F6-9262-BFB479B7BB49}" destId="{438320A7-EA86-430D-87D8-B57A61088CAE}" srcOrd="1" destOrd="0" parTransId="{3C1ECCAC-714F-4CA0-8BF8-89E9F2D0EE59}" sibTransId="{3587EFC2-DA8E-455A-B597-F981B7DDEBE0}"/>
    <dgm:cxn modelId="{F58C56AE-2B60-4AB5-9D25-8989393D0866}" srcId="{CEE88DE9-C1D1-4F5C-886D-1E292A7A9858}" destId="{7F8E1588-AEC5-40F6-9262-BFB479B7BB49}" srcOrd="0" destOrd="0" parTransId="{E1D100AB-7EBD-4B7A-81E6-F3F2FF898C64}" sibTransId="{121C2C83-BDC1-4563-9F70-0999A0DA2470}"/>
    <dgm:cxn modelId="{6B7DB6AF-CD02-4D43-9285-43E04862E362}" type="presOf" srcId="{1C74A8BD-96E0-4F7B-8A66-2CE529CB7029}" destId="{513E9ED3-04E6-4D54-B6B7-D0D15C89C2DC}" srcOrd="0" destOrd="4" presId="urn:microsoft.com/office/officeart/2005/8/layout/list1"/>
    <dgm:cxn modelId="{A21984C8-AD0D-42A6-A460-62DDC0A78905}" srcId="{B5C3589A-385E-412A-A7C3-C6372FA1ADD1}" destId="{34A3DAAB-4D08-4E5E-A9AA-8D0FB04739CA}" srcOrd="1" destOrd="0" parTransId="{C103FE36-4B75-42C8-82B9-5FAE5C201906}" sibTransId="{57CC61E8-0539-4FCD-88C0-D3A6B16CC3AC}"/>
    <dgm:cxn modelId="{26765FE4-2E95-4B16-B94B-C7B2EB876D94}" srcId="{29529731-EE80-45F0-9E46-F5E45D774760}" destId="{7EA4CF4C-7983-440F-8826-A6B92B7C58F6}" srcOrd="0" destOrd="0" parTransId="{715CC3B2-9E10-4A26-A165-54FD7E82FF53}" sibTransId="{78F9EF1D-0BA4-4CD6-9BEF-60F877DE04BB}"/>
    <dgm:cxn modelId="{75F113E5-D63A-4015-81B0-300280E2BCEA}" type="presOf" srcId="{B5C3589A-385E-412A-A7C3-C6372FA1ADD1}" destId="{BC1F6161-B24C-4F96-99E5-6FE4D4A33A35}" srcOrd="0" destOrd="0" presId="urn:microsoft.com/office/officeart/2005/8/layout/list1"/>
    <dgm:cxn modelId="{61DC1AF4-F9A8-4853-AB0C-4A7BC11C464B}" type="presOf" srcId="{BF943E56-ACB4-4E3B-B5F4-F2912AD3E666}" destId="{85BCE5AA-9C81-41E5-B072-CDF41D42AE20}" srcOrd="0" destOrd="4" presId="urn:microsoft.com/office/officeart/2005/8/layout/list1"/>
    <dgm:cxn modelId="{FEC521F9-880B-450D-8EFB-5833FE2C348A}" type="presOf" srcId="{5DE6F9EE-3229-49EC-B454-F063074B260A}" destId="{85BCE5AA-9C81-41E5-B072-CDF41D42AE20}" srcOrd="0" destOrd="0" presId="urn:microsoft.com/office/officeart/2005/8/layout/list1"/>
    <dgm:cxn modelId="{5D11623D-C54C-42E8-A031-67FC83C46CF1}" type="presParOf" srcId="{B9BE137B-49F9-468E-8F28-06CD4019925F}" destId="{758C8C13-1B84-42B7-B250-1ACFBFBCFDFF}" srcOrd="0" destOrd="0" presId="urn:microsoft.com/office/officeart/2005/8/layout/list1"/>
    <dgm:cxn modelId="{85A1C1B7-CE4E-4D5B-B3CA-B4FC7D5F86F4}" type="presParOf" srcId="{758C8C13-1B84-42B7-B250-1ACFBFBCFDFF}" destId="{724B4B84-655A-4175-BF77-AD9AC442E786}" srcOrd="0" destOrd="0" presId="urn:microsoft.com/office/officeart/2005/8/layout/list1"/>
    <dgm:cxn modelId="{E70EB4D1-7BC0-4E9D-B5AB-D1A3DF0E7EE2}" type="presParOf" srcId="{758C8C13-1B84-42B7-B250-1ACFBFBCFDFF}" destId="{0FDFF2A5-F795-4B54-94AD-26C178AFAB9E}" srcOrd="1" destOrd="0" presId="urn:microsoft.com/office/officeart/2005/8/layout/list1"/>
    <dgm:cxn modelId="{5B4E7CD8-2592-4C50-BA87-CB47AB32BD63}" type="presParOf" srcId="{B9BE137B-49F9-468E-8F28-06CD4019925F}" destId="{3AAF961B-C56A-48E5-8A54-1D414F128076}" srcOrd="1" destOrd="0" presId="urn:microsoft.com/office/officeart/2005/8/layout/list1"/>
    <dgm:cxn modelId="{822F4AFC-2248-4249-A480-10B3732E9C42}" type="presParOf" srcId="{B9BE137B-49F9-468E-8F28-06CD4019925F}" destId="{85BCE5AA-9C81-41E5-B072-CDF41D42AE20}" srcOrd="2" destOrd="0" presId="urn:microsoft.com/office/officeart/2005/8/layout/list1"/>
    <dgm:cxn modelId="{57AE5C51-1173-4AC1-A37D-2474BFF36BB9}" type="presParOf" srcId="{B9BE137B-49F9-468E-8F28-06CD4019925F}" destId="{828625AA-0D7B-4578-BFCA-FE48762237C8}" srcOrd="3" destOrd="0" presId="urn:microsoft.com/office/officeart/2005/8/layout/list1"/>
    <dgm:cxn modelId="{587EEEFD-4F36-452A-ADC9-AE484DB9D9BD}" type="presParOf" srcId="{B9BE137B-49F9-468E-8F28-06CD4019925F}" destId="{DC75D877-123B-4662-A02A-D08CAF93F86B}" srcOrd="4" destOrd="0" presId="urn:microsoft.com/office/officeart/2005/8/layout/list1"/>
    <dgm:cxn modelId="{0D781FDA-297F-4543-A8DF-A05042E9FD98}" type="presParOf" srcId="{DC75D877-123B-4662-A02A-D08CAF93F86B}" destId="{BC1F6161-B24C-4F96-99E5-6FE4D4A33A35}" srcOrd="0" destOrd="0" presId="urn:microsoft.com/office/officeart/2005/8/layout/list1"/>
    <dgm:cxn modelId="{A48CD9E4-F593-450A-93A3-788991D99AFB}" type="presParOf" srcId="{DC75D877-123B-4662-A02A-D08CAF93F86B}" destId="{6863A35D-B681-4201-B39F-704C3D75AC23}" srcOrd="1" destOrd="0" presId="urn:microsoft.com/office/officeart/2005/8/layout/list1"/>
    <dgm:cxn modelId="{19745629-B39C-4EAF-BE11-AEECE9F6F4A9}" type="presParOf" srcId="{B9BE137B-49F9-468E-8F28-06CD4019925F}" destId="{CE9557E1-B7BD-4968-8FAC-520291C4494D}" srcOrd="5" destOrd="0" presId="urn:microsoft.com/office/officeart/2005/8/layout/list1"/>
    <dgm:cxn modelId="{FF663868-8990-4E06-9003-32329192FC8B}" type="presParOf" srcId="{B9BE137B-49F9-468E-8F28-06CD4019925F}" destId="{513E9ED3-04E6-4D54-B6B7-D0D15C89C2D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51C9AC-FF81-45C8-BF51-BC83710C0CAB}">
      <dsp:nvSpPr>
        <dsp:cNvPr id="0" name=""/>
        <dsp:cNvSpPr/>
      </dsp:nvSpPr>
      <dsp:spPr>
        <a:xfrm>
          <a:off x="0" y="335709"/>
          <a:ext cx="10515600" cy="403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5462C7-98F7-4ACE-BE02-BB1B99510D54}">
      <dsp:nvSpPr>
        <dsp:cNvPr id="0" name=""/>
        <dsp:cNvSpPr/>
      </dsp:nvSpPr>
      <dsp:spPr>
        <a:xfrm>
          <a:off x="525780" y="99549"/>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US" sz="1600" kern="1200"/>
            <a:t>Platform: IBM Cloud</a:t>
          </a:r>
        </a:p>
      </dsp:txBody>
      <dsp:txXfrm>
        <a:off x="548837" y="122606"/>
        <a:ext cx="7314806" cy="426206"/>
      </dsp:txXfrm>
    </dsp:sp>
    <dsp:sp modelId="{693342A8-4039-430B-9E0E-AC254D32362C}">
      <dsp:nvSpPr>
        <dsp:cNvPr id="0" name=""/>
        <dsp:cNvSpPr/>
      </dsp:nvSpPr>
      <dsp:spPr>
        <a:xfrm>
          <a:off x="0" y="1061469"/>
          <a:ext cx="10515600" cy="403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7090297-D8B1-4E19-9E04-C9580B1A4EA9}">
      <dsp:nvSpPr>
        <dsp:cNvPr id="0" name=""/>
        <dsp:cNvSpPr/>
      </dsp:nvSpPr>
      <dsp:spPr>
        <a:xfrm>
          <a:off x="525780" y="825309"/>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US" sz="1600" kern="1200"/>
            <a:t>Deployment Tool: IBM Cloud Engine </a:t>
          </a:r>
        </a:p>
      </dsp:txBody>
      <dsp:txXfrm>
        <a:off x="548837" y="848366"/>
        <a:ext cx="7314806" cy="426206"/>
      </dsp:txXfrm>
    </dsp:sp>
    <dsp:sp modelId="{1B2C5323-E109-4A89-91C6-1C98B5FDEAC8}">
      <dsp:nvSpPr>
        <dsp:cNvPr id="0" name=""/>
        <dsp:cNvSpPr/>
      </dsp:nvSpPr>
      <dsp:spPr>
        <a:xfrm>
          <a:off x="0" y="1787229"/>
          <a:ext cx="10515600" cy="1209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a:t>Simplified Deployment! </a:t>
          </a:r>
          <a:endParaRPr lang="en-US" sz="1600" kern="1200"/>
        </a:p>
        <a:p>
          <a:pPr marL="171450" lvl="1" indent="-171450" algn="l" defTabSz="711200">
            <a:lnSpc>
              <a:spcPct val="90000"/>
            </a:lnSpc>
            <a:spcBef>
              <a:spcPct val="0"/>
            </a:spcBef>
            <a:spcAft>
              <a:spcPct val="15000"/>
            </a:spcAft>
            <a:buChar char="•"/>
          </a:pPr>
          <a:r>
            <a:rPr lang="en-US" sz="1600" b="1" kern="1200"/>
            <a:t>Serverless Infrastructure:</a:t>
          </a:r>
          <a:endParaRPr lang="en-US" sz="1600" kern="1200"/>
        </a:p>
        <a:p>
          <a:pPr marL="342900" lvl="2" indent="-171450" algn="l" defTabSz="711200">
            <a:lnSpc>
              <a:spcPct val="90000"/>
            </a:lnSpc>
            <a:spcBef>
              <a:spcPct val="0"/>
            </a:spcBef>
            <a:spcAft>
              <a:spcPct val="15000"/>
            </a:spcAft>
            <a:buChar char="•"/>
          </a:pPr>
          <a:r>
            <a:rPr lang="en-US" sz="1600" kern="1200"/>
            <a:t>Automatically scales resources based on incoming request</a:t>
          </a:r>
        </a:p>
      </dsp:txBody>
      <dsp:txXfrm>
        <a:off x="0" y="1787229"/>
        <a:ext cx="10515600" cy="1209600"/>
      </dsp:txXfrm>
    </dsp:sp>
    <dsp:sp modelId="{8F3F8CB9-8647-4440-9EB7-1D6941F15B46}">
      <dsp:nvSpPr>
        <dsp:cNvPr id="0" name=""/>
        <dsp:cNvSpPr/>
      </dsp:nvSpPr>
      <dsp:spPr>
        <a:xfrm>
          <a:off x="525780" y="1551069"/>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US" sz="1600" b="1" kern="1200"/>
            <a:t>Why IBM Cloud Engine ?</a:t>
          </a:r>
          <a:endParaRPr lang="en-US" sz="1600" kern="1200"/>
        </a:p>
      </dsp:txBody>
      <dsp:txXfrm>
        <a:off x="548837" y="1574126"/>
        <a:ext cx="7314806" cy="426206"/>
      </dsp:txXfrm>
    </dsp:sp>
    <dsp:sp modelId="{8C29E94B-1C4C-487D-9005-D8E1DADB15B3}">
      <dsp:nvSpPr>
        <dsp:cNvPr id="0" name=""/>
        <dsp:cNvSpPr/>
      </dsp:nvSpPr>
      <dsp:spPr>
        <a:xfrm>
          <a:off x="0" y="3319389"/>
          <a:ext cx="10515600" cy="932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a:t>Deploys containerized applications with minimal configs </a:t>
          </a:r>
          <a:endParaRPr lang="en-US" sz="1600" kern="1200"/>
        </a:p>
        <a:p>
          <a:pPr marL="171450" lvl="1" indent="-171450" algn="l" defTabSz="711200">
            <a:lnSpc>
              <a:spcPct val="90000"/>
            </a:lnSpc>
            <a:spcBef>
              <a:spcPct val="0"/>
            </a:spcBef>
            <a:spcAft>
              <a:spcPct val="15000"/>
            </a:spcAft>
            <a:buChar char="•"/>
          </a:pPr>
          <a:r>
            <a:rPr lang="en-US" sz="1600" b="1" kern="1200"/>
            <a:t>Ensures availability and reliability with automated service monitoring </a:t>
          </a:r>
          <a:endParaRPr lang="en-US" sz="1600" kern="1200"/>
        </a:p>
      </dsp:txBody>
      <dsp:txXfrm>
        <a:off x="0" y="3319389"/>
        <a:ext cx="10515600" cy="932400"/>
      </dsp:txXfrm>
    </dsp:sp>
    <dsp:sp modelId="{388F50A6-6F7C-4E71-AD27-5F9C4E746055}">
      <dsp:nvSpPr>
        <dsp:cNvPr id="0" name=""/>
        <dsp:cNvSpPr/>
      </dsp:nvSpPr>
      <dsp:spPr>
        <a:xfrm>
          <a:off x="525780" y="3083229"/>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US" sz="1600" b="1" kern="1200"/>
            <a:t>IBM Cloud Engine Key Features:</a:t>
          </a:r>
          <a:endParaRPr lang="en-US" sz="1600" kern="1200"/>
        </a:p>
      </dsp:txBody>
      <dsp:txXfrm>
        <a:off x="548837" y="3106286"/>
        <a:ext cx="7314806" cy="426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64BA1F-BFB1-459B-807D-21CA779306F5}">
      <dsp:nvSpPr>
        <dsp:cNvPr id="0" name=""/>
        <dsp:cNvSpPr/>
      </dsp:nvSpPr>
      <dsp:spPr>
        <a:xfrm>
          <a:off x="1061437" y="969688"/>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395994-734B-400D-8ED1-815141457D20}">
      <dsp:nvSpPr>
        <dsp:cNvPr id="0" name=""/>
        <dsp:cNvSpPr/>
      </dsp:nvSpPr>
      <dsp:spPr>
        <a:xfrm>
          <a:off x="1582" y="2207968"/>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b="1"/>
          </a:pPr>
          <a:r>
            <a:rPr lang="en-US" sz="2400" b="1" kern="1200"/>
            <a:t>Serverless Model</a:t>
          </a:r>
          <a:endParaRPr lang="en-US" sz="2400" kern="1200"/>
        </a:p>
      </dsp:txBody>
      <dsp:txXfrm>
        <a:off x="1582" y="2207968"/>
        <a:ext cx="3261093" cy="489164"/>
      </dsp:txXfrm>
    </dsp:sp>
    <dsp:sp modelId="{FACEABD9-E6FC-43AD-B767-A35B1EA6EBDD}">
      <dsp:nvSpPr>
        <dsp:cNvPr id="0" name=""/>
        <dsp:cNvSpPr/>
      </dsp:nvSpPr>
      <dsp:spPr>
        <a:xfrm>
          <a:off x="1582" y="2742201"/>
          <a:ext cx="3261093" cy="48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Automatically adjusts to incoming traffic</a:t>
          </a:r>
        </a:p>
      </dsp:txBody>
      <dsp:txXfrm>
        <a:off x="1582" y="2742201"/>
        <a:ext cx="3261093" cy="480915"/>
      </dsp:txXfrm>
    </dsp:sp>
    <dsp:sp modelId="{2CC7A40D-7C6D-46E0-99CA-EE95F9A557DE}">
      <dsp:nvSpPr>
        <dsp:cNvPr id="0" name=""/>
        <dsp:cNvSpPr/>
      </dsp:nvSpPr>
      <dsp:spPr>
        <a:xfrm>
          <a:off x="4893223" y="969688"/>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EB7E75-39B0-44DD-A42B-58C5655DBAE8}">
      <dsp:nvSpPr>
        <dsp:cNvPr id="0" name=""/>
        <dsp:cNvSpPr/>
      </dsp:nvSpPr>
      <dsp:spPr>
        <a:xfrm>
          <a:off x="3833367" y="2207968"/>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b="1"/>
          </a:pPr>
          <a:r>
            <a:rPr lang="en-US" sz="2400" b="1" kern="1200"/>
            <a:t>Heartbeat Mechanism:</a:t>
          </a:r>
          <a:endParaRPr lang="en-US" sz="2400" kern="1200"/>
        </a:p>
      </dsp:txBody>
      <dsp:txXfrm>
        <a:off x="3833367" y="2207968"/>
        <a:ext cx="3261093" cy="489164"/>
      </dsp:txXfrm>
    </dsp:sp>
    <dsp:sp modelId="{0E80F4EF-5586-44A6-8821-361A8FB00C9D}">
      <dsp:nvSpPr>
        <dsp:cNvPr id="0" name=""/>
        <dsp:cNvSpPr/>
      </dsp:nvSpPr>
      <dsp:spPr>
        <a:xfrm>
          <a:off x="3833367" y="2742201"/>
          <a:ext cx="3261093" cy="48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Ensures availability in SR</a:t>
          </a:r>
        </a:p>
      </dsp:txBody>
      <dsp:txXfrm>
        <a:off x="3833367" y="2742201"/>
        <a:ext cx="3261093" cy="480915"/>
      </dsp:txXfrm>
    </dsp:sp>
    <dsp:sp modelId="{22AFE103-7BE6-4279-B25B-E098850D59D4}">
      <dsp:nvSpPr>
        <dsp:cNvPr id="0" name=""/>
        <dsp:cNvSpPr/>
      </dsp:nvSpPr>
      <dsp:spPr>
        <a:xfrm>
          <a:off x="8725008" y="969688"/>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EFBD62-BA01-4AF5-BBEE-D13841006CE7}">
      <dsp:nvSpPr>
        <dsp:cNvPr id="0" name=""/>
        <dsp:cNvSpPr/>
      </dsp:nvSpPr>
      <dsp:spPr>
        <a:xfrm>
          <a:off x="7665152" y="2207968"/>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b="1"/>
          </a:pPr>
          <a:r>
            <a:rPr lang="en-US" sz="2400" b="1" kern="1200"/>
            <a:t>Containerization: </a:t>
          </a:r>
          <a:endParaRPr lang="en-US" sz="2400" kern="1200"/>
        </a:p>
      </dsp:txBody>
      <dsp:txXfrm>
        <a:off x="7665152" y="2207968"/>
        <a:ext cx="3261093" cy="489164"/>
      </dsp:txXfrm>
    </dsp:sp>
    <dsp:sp modelId="{C71DC1D9-67CC-43DB-B75D-B6F005459BB8}">
      <dsp:nvSpPr>
        <dsp:cNvPr id="0" name=""/>
        <dsp:cNvSpPr/>
      </dsp:nvSpPr>
      <dsp:spPr>
        <a:xfrm>
          <a:off x="7665152" y="2742201"/>
          <a:ext cx="3261093" cy="48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Docker ensures consistent across environments </a:t>
          </a:r>
        </a:p>
      </dsp:txBody>
      <dsp:txXfrm>
        <a:off x="7665152" y="2742201"/>
        <a:ext cx="3261093" cy="4809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BCE5AA-9C81-41E5-B072-CDF41D42AE20}">
      <dsp:nvSpPr>
        <dsp:cNvPr id="0" name=""/>
        <dsp:cNvSpPr/>
      </dsp:nvSpPr>
      <dsp:spPr>
        <a:xfrm>
          <a:off x="0" y="340159"/>
          <a:ext cx="6666833" cy="2469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a:t>Dynamic Registration: </a:t>
          </a:r>
          <a:endParaRPr lang="en-US" sz="1600" kern="1200"/>
        </a:p>
        <a:p>
          <a:pPr marL="342900" lvl="2" indent="-171450" algn="l" defTabSz="711200">
            <a:lnSpc>
              <a:spcPct val="90000"/>
            </a:lnSpc>
            <a:spcBef>
              <a:spcPct val="0"/>
            </a:spcBef>
            <a:spcAft>
              <a:spcPct val="15000"/>
            </a:spcAft>
            <a:buChar char="•"/>
          </a:pPr>
          <a:r>
            <a:rPr lang="en-US" sz="1600" kern="1200"/>
            <a:t>The microservice registers itself with the SR upon the startup</a:t>
          </a:r>
        </a:p>
        <a:p>
          <a:pPr marL="171450" lvl="1" indent="-171450" algn="l" defTabSz="711200">
            <a:lnSpc>
              <a:spcPct val="90000"/>
            </a:lnSpc>
            <a:spcBef>
              <a:spcPct val="0"/>
            </a:spcBef>
            <a:spcAft>
              <a:spcPct val="15000"/>
            </a:spcAft>
            <a:buChar char="•"/>
          </a:pPr>
          <a:r>
            <a:rPr lang="en-US" sz="1600" b="1" kern="1200"/>
            <a:t>Heartbeat Mechanism:</a:t>
          </a:r>
          <a:r>
            <a:rPr lang="en-US" sz="1600" kern="1200"/>
            <a:t> </a:t>
          </a:r>
        </a:p>
        <a:p>
          <a:pPr marL="342900" lvl="2" indent="-171450" algn="l" defTabSz="711200">
            <a:lnSpc>
              <a:spcPct val="90000"/>
            </a:lnSpc>
            <a:spcBef>
              <a:spcPct val="0"/>
            </a:spcBef>
            <a:spcAft>
              <a:spcPct val="15000"/>
            </a:spcAft>
            <a:buChar char="•"/>
          </a:pPr>
          <a:r>
            <a:rPr lang="en-US" sz="1600" kern="1200"/>
            <a:t>It sends heartbeats to inform the registry that the service is live and operational</a:t>
          </a:r>
        </a:p>
        <a:p>
          <a:pPr marL="171450" lvl="1" indent="-171450" algn="l" defTabSz="711200">
            <a:lnSpc>
              <a:spcPct val="90000"/>
            </a:lnSpc>
            <a:spcBef>
              <a:spcPct val="0"/>
            </a:spcBef>
            <a:spcAft>
              <a:spcPct val="15000"/>
            </a:spcAft>
            <a:buChar char="•"/>
          </a:pPr>
          <a:r>
            <a:rPr lang="en-US" sz="1600" b="1" kern="1200"/>
            <a:t>Deregistration:</a:t>
          </a:r>
          <a:endParaRPr lang="en-US" sz="1600" kern="1200"/>
        </a:p>
        <a:p>
          <a:pPr marL="342900" lvl="2" indent="-171450" algn="l" defTabSz="711200">
            <a:lnSpc>
              <a:spcPct val="90000"/>
            </a:lnSpc>
            <a:spcBef>
              <a:spcPct val="0"/>
            </a:spcBef>
            <a:spcAft>
              <a:spcPct val="15000"/>
            </a:spcAft>
            <a:buChar char="•"/>
          </a:pPr>
          <a:r>
            <a:rPr lang="en-US" sz="1600" kern="1200"/>
            <a:t>Upon shutdown, the service automatically deregisters itself to avoid stale entries in the registry</a:t>
          </a:r>
        </a:p>
      </dsp:txBody>
      <dsp:txXfrm>
        <a:off x="0" y="340159"/>
        <a:ext cx="6666833" cy="2469600"/>
      </dsp:txXfrm>
    </dsp:sp>
    <dsp:sp modelId="{0FDFF2A5-F795-4B54-94AD-26C178AFAB9E}">
      <dsp:nvSpPr>
        <dsp:cNvPr id="0" name=""/>
        <dsp:cNvSpPr/>
      </dsp:nvSpPr>
      <dsp:spPr>
        <a:xfrm>
          <a:off x="333341" y="103999"/>
          <a:ext cx="4666783" cy="4723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t>Features:</a:t>
          </a:r>
          <a:endParaRPr lang="en-US" sz="1600" kern="1200"/>
        </a:p>
      </dsp:txBody>
      <dsp:txXfrm>
        <a:off x="356398" y="127056"/>
        <a:ext cx="4620669" cy="426206"/>
      </dsp:txXfrm>
    </dsp:sp>
    <dsp:sp modelId="{513E9ED3-04E6-4D54-B6B7-D0D15C89C2DC}">
      <dsp:nvSpPr>
        <dsp:cNvPr id="0" name=""/>
        <dsp:cNvSpPr/>
      </dsp:nvSpPr>
      <dsp:spPr>
        <a:xfrm>
          <a:off x="0" y="3132320"/>
          <a:ext cx="6666833" cy="221760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a:t>Service Discovery:</a:t>
          </a:r>
          <a:endParaRPr lang="en-US" sz="1600" kern="1200"/>
        </a:p>
        <a:p>
          <a:pPr marL="342900" lvl="2" indent="-171450" algn="l" defTabSz="711200">
            <a:lnSpc>
              <a:spcPct val="90000"/>
            </a:lnSpc>
            <a:spcBef>
              <a:spcPct val="0"/>
            </a:spcBef>
            <a:spcAft>
              <a:spcPct val="15000"/>
            </a:spcAft>
            <a:buChar char="•"/>
          </a:pPr>
          <a:r>
            <a:rPr lang="en-US" sz="1600" kern="1200"/>
            <a:t>Other services can easily discover this service when needed</a:t>
          </a:r>
        </a:p>
        <a:p>
          <a:pPr marL="171450" lvl="1" indent="-171450" algn="l" defTabSz="711200">
            <a:lnSpc>
              <a:spcPct val="90000"/>
            </a:lnSpc>
            <a:spcBef>
              <a:spcPct val="0"/>
            </a:spcBef>
            <a:spcAft>
              <a:spcPct val="15000"/>
            </a:spcAft>
            <a:buChar char="•"/>
          </a:pPr>
          <a:r>
            <a:rPr lang="en-US" sz="1600" b="1" kern="1200"/>
            <a:t>Health Monitoring:</a:t>
          </a:r>
          <a:endParaRPr lang="en-US" sz="1600" kern="1200"/>
        </a:p>
        <a:p>
          <a:pPr marL="342900" lvl="2" indent="-171450" algn="l" defTabSz="711200">
            <a:lnSpc>
              <a:spcPct val="90000"/>
            </a:lnSpc>
            <a:spcBef>
              <a:spcPct val="0"/>
            </a:spcBef>
            <a:spcAft>
              <a:spcPct val="15000"/>
            </a:spcAft>
            <a:buChar char="•"/>
          </a:pPr>
          <a:r>
            <a:rPr lang="en-US" sz="1600" kern="1200"/>
            <a:t>Ensures that only active services are listed for clients </a:t>
          </a:r>
        </a:p>
        <a:p>
          <a:pPr marL="171450" lvl="1" indent="-171450" algn="l" defTabSz="711200">
            <a:lnSpc>
              <a:spcPct val="90000"/>
            </a:lnSpc>
            <a:spcBef>
              <a:spcPct val="0"/>
            </a:spcBef>
            <a:spcAft>
              <a:spcPct val="15000"/>
            </a:spcAft>
            <a:buChar char="•"/>
          </a:pPr>
          <a:r>
            <a:rPr lang="en-US" sz="1600" b="1" kern="1200"/>
            <a:t>Reliability:</a:t>
          </a:r>
          <a:endParaRPr lang="en-US" sz="1600" kern="1200"/>
        </a:p>
        <a:p>
          <a:pPr marL="342900" lvl="2" indent="-171450" algn="l" defTabSz="711200">
            <a:lnSpc>
              <a:spcPct val="90000"/>
            </a:lnSpc>
            <a:spcBef>
              <a:spcPct val="0"/>
            </a:spcBef>
            <a:spcAft>
              <a:spcPct val="15000"/>
            </a:spcAft>
            <a:buChar char="•"/>
          </a:pPr>
          <a:r>
            <a:rPr lang="en-US" sz="1600" kern="1200"/>
            <a:t>Improved the overall integrity by removing failed or inactive services </a:t>
          </a:r>
        </a:p>
      </dsp:txBody>
      <dsp:txXfrm>
        <a:off x="0" y="3132320"/>
        <a:ext cx="6666833" cy="2217600"/>
      </dsp:txXfrm>
    </dsp:sp>
    <dsp:sp modelId="{6863A35D-B681-4201-B39F-704C3D75AC23}">
      <dsp:nvSpPr>
        <dsp:cNvPr id="0" name=""/>
        <dsp:cNvSpPr/>
      </dsp:nvSpPr>
      <dsp:spPr>
        <a:xfrm>
          <a:off x="333341" y="2896160"/>
          <a:ext cx="4666783" cy="47232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t>Benefits: </a:t>
          </a:r>
          <a:endParaRPr lang="en-US" sz="1600" kern="1200"/>
        </a:p>
      </dsp:txBody>
      <dsp:txXfrm>
        <a:off x="356398" y="2919217"/>
        <a:ext cx="4620669"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DFFBE4-268C-4F00-8AF3-DA018F3D9A06}" type="datetimeFigureOut">
              <a:t>12/5/2024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FD2B27-93DF-4F8A-BFCF-5FD2E1616482}" type="slidenum">
              <a:t>‹#›</a:t>
            </a:fld>
            <a:endParaRPr lang="en-US"/>
          </a:p>
        </p:txBody>
      </p:sp>
    </p:spTree>
    <p:extLst>
      <p:ext uri="{BB962C8B-B14F-4D97-AF65-F5344CB8AC3E}">
        <p14:creationId xmlns:p14="http://schemas.microsoft.com/office/powerpoint/2010/main" val="3293317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River - I will go over one key quality attribute that our system was designed around, modifiability.</a:t>
            </a:r>
          </a:p>
        </p:txBody>
      </p:sp>
      <p:sp>
        <p:nvSpPr>
          <p:cNvPr id="4" name="Slide Number Placeholder 3"/>
          <p:cNvSpPr>
            <a:spLocks noGrp="1"/>
          </p:cNvSpPr>
          <p:nvPr>
            <p:ph type="sldNum" sz="quarter" idx="5"/>
          </p:nvPr>
        </p:nvSpPr>
        <p:spPr/>
        <p:txBody>
          <a:bodyPr/>
          <a:lstStyle/>
          <a:p>
            <a:fld id="{88FD2B27-93DF-4F8A-BFCF-5FD2E1616482}" type="slidenum">
              <a:t>3</a:t>
            </a:fld>
            <a:endParaRPr lang="en-US"/>
          </a:p>
        </p:txBody>
      </p:sp>
    </p:spTree>
    <p:extLst>
      <p:ext uri="{BB962C8B-B14F-4D97-AF65-F5344CB8AC3E}">
        <p14:creationId xmlns:p14="http://schemas.microsoft.com/office/powerpoint/2010/main" val="3697481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River – We leverage some key tactics to increase our system's modifiability, and </a:t>
            </a:r>
            <a:r>
              <a:rPr lang="en-US" err="1">
                <a:ea typeface="Calibri"/>
                <a:cs typeface="Calibri"/>
              </a:rPr>
              <a:t>flexibiliy</a:t>
            </a:r>
            <a:r>
              <a:rPr lang="en-US">
                <a:ea typeface="Calibri"/>
                <a:cs typeface="Calibri"/>
              </a:rPr>
              <a:t>. Microservice architecture utilizing a service registry and service discovery allows us to work agnostic of cloud platform, and programming language.</a:t>
            </a:r>
          </a:p>
          <a:p>
            <a:endParaRPr lang="en-US">
              <a:ea typeface="Calibri"/>
              <a:cs typeface="Calibri"/>
            </a:endParaRPr>
          </a:p>
          <a:p>
            <a:r>
              <a:rPr lang="en-US">
                <a:ea typeface="Calibri"/>
                <a:cs typeface="Calibri"/>
              </a:rPr>
              <a:t>We are able to fully leverage the technical skills of each of our group members, through the reduced coupling and deferred binding tactics which we implemented.  This allows for organizational flexibility, and can easily integrate external services or teams.  </a:t>
            </a:r>
          </a:p>
        </p:txBody>
      </p:sp>
      <p:sp>
        <p:nvSpPr>
          <p:cNvPr id="4" name="Slide Number Placeholder 3"/>
          <p:cNvSpPr>
            <a:spLocks noGrp="1"/>
          </p:cNvSpPr>
          <p:nvPr>
            <p:ph type="sldNum" sz="quarter" idx="5"/>
          </p:nvPr>
        </p:nvSpPr>
        <p:spPr/>
        <p:txBody>
          <a:bodyPr/>
          <a:lstStyle/>
          <a:p>
            <a:fld id="{88FD2B27-93DF-4F8A-BFCF-5FD2E1616482}" type="slidenum">
              <a:t>4</a:t>
            </a:fld>
            <a:endParaRPr lang="en-US"/>
          </a:p>
        </p:txBody>
      </p:sp>
    </p:spTree>
    <p:extLst>
      <p:ext uri="{BB962C8B-B14F-4D97-AF65-F5344CB8AC3E}">
        <p14:creationId xmlns:p14="http://schemas.microsoft.com/office/powerpoint/2010/main" val="4246846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River – In our project, we each utilized a different cloud platform and programming language tool chain in order to develop each independent service.  This demonstrates the high modifiability and portability that we were able to achieve thanks to the architectural tactics we implemented.</a:t>
            </a:r>
          </a:p>
        </p:txBody>
      </p:sp>
      <p:sp>
        <p:nvSpPr>
          <p:cNvPr id="4" name="Slide Number Placeholder 3"/>
          <p:cNvSpPr>
            <a:spLocks noGrp="1"/>
          </p:cNvSpPr>
          <p:nvPr>
            <p:ph type="sldNum" sz="quarter" idx="5"/>
          </p:nvPr>
        </p:nvSpPr>
        <p:spPr/>
        <p:txBody>
          <a:bodyPr/>
          <a:lstStyle/>
          <a:p>
            <a:fld id="{88FD2B27-93DF-4F8A-BFCF-5FD2E1616482}" type="slidenum">
              <a:t>5</a:t>
            </a:fld>
            <a:endParaRPr lang="en-US"/>
          </a:p>
        </p:txBody>
      </p:sp>
    </p:spTree>
    <p:extLst>
      <p:ext uri="{BB962C8B-B14F-4D97-AF65-F5344CB8AC3E}">
        <p14:creationId xmlns:p14="http://schemas.microsoft.com/office/powerpoint/2010/main" val="2017830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River – </a:t>
            </a:r>
            <a:r>
              <a:rPr lang="en-US" err="1">
                <a:ea typeface="Calibri"/>
                <a:cs typeface="Calibri"/>
              </a:rPr>
              <a:t>trannsition</a:t>
            </a:r>
            <a:r>
              <a:rPr lang="en-US">
                <a:ea typeface="Calibri"/>
                <a:cs typeface="Calibri"/>
              </a:rPr>
              <a:t> into this section</a:t>
            </a:r>
            <a:endParaRPr lang="en-US"/>
          </a:p>
        </p:txBody>
      </p:sp>
      <p:sp>
        <p:nvSpPr>
          <p:cNvPr id="4" name="Slide Number Placeholder 3"/>
          <p:cNvSpPr>
            <a:spLocks noGrp="1"/>
          </p:cNvSpPr>
          <p:nvPr>
            <p:ph type="sldNum" sz="quarter" idx="5"/>
          </p:nvPr>
        </p:nvSpPr>
        <p:spPr/>
        <p:txBody>
          <a:bodyPr/>
          <a:lstStyle/>
          <a:p>
            <a:fld id="{88FD2B27-93DF-4F8A-BFCF-5FD2E1616482}" type="slidenum">
              <a:t>6</a:t>
            </a:fld>
            <a:endParaRPr lang="en-US"/>
          </a:p>
        </p:txBody>
      </p:sp>
    </p:spTree>
    <p:extLst>
      <p:ext uri="{BB962C8B-B14F-4D97-AF65-F5344CB8AC3E}">
        <p14:creationId xmlns:p14="http://schemas.microsoft.com/office/powerpoint/2010/main" val="1302764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River</a:t>
            </a:r>
          </a:p>
        </p:txBody>
      </p:sp>
      <p:sp>
        <p:nvSpPr>
          <p:cNvPr id="4" name="Slide Number Placeholder 3"/>
          <p:cNvSpPr>
            <a:spLocks noGrp="1"/>
          </p:cNvSpPr>
          <p:nvPr>
            <p:ph type="sldNum" sz="quarter" idx="5"/>
          </p:nvPr>
        </p:nvSpPr>
        <p:spPr/>
        <p:txBody>
          <a:bodyPr/>
          <a:lstStyle/>
          <a:p>
            <a:fld id="{88FD2B27-93DF-4F8A-BFCF-5FD2E1616482}" type="slidenum">
              <a:t>9</a:t>
            </a:fld>
            <a:endParaRPr lang="en-US"/>
          </a:p>
        </p:txBody>
      </p:sp>
    </p:spTree>
    <p:extLst>
      <p:ext uri="{BB962C8B-B14F-4D97-AF65-F5344CB8AC3E}">
        <p14:creationId xmlns:p14="http://schemas.microsoft.com/office/powerpoint/2010/main" val="606688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hyperlink" Target="https://cs4471-frontend.1p3tqozhqyrn.us-east.codeengine.appdomain.cloud/dashboard"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Distributed Stock Data Platform</a:t>
            </a:r>
          </a:p>
        </p:txBody>
      </p:sp>
      <p:sp>
        <p:nvSpPr>
          <p:cNvPr id="3" name="Subtitle 2"/>
          <p:cNvSpPr>
            <a:spLocks noGrp="1"/>
          </p:cNvSpPr>
          <p:nvPr>
            <p:ph type="subTitle" idx="1"/>
          </p:nvPr>
        </p:nvSpPr>
        <p:spPr/>
        <p:txBody>
          <a:bodyPr vert="horz" lIns="91440" tIns="45720" rIns="91440" bIns="45720" rtlCol="0" anchor="t">
            <a:normAutofit/>
          </a:bodyPr>
          <a:lstStyle/>
          <a:p>
            <a:r>
              <a:rPr lang="en-US" sz="1500"/>
              <a:t>Group 12: Ahsan Ali Laghari, Leen Al-Jallad, Balaaj Arbab, </a:t>
            </a:r>
          </a:p>
          <a:p>
            <a:r>
              <a:rPr lang="en-US" sz="1500"/>
              <a:t>Anusha Sheikh, Vincent Li, River Wang</a:t>
            </a:r>
          </a:p>
          <a:p>
            <a:r>
              <a:rPr lang="en-US" sz="1500"/>
              <a:t>CS4471A</a:t>
            </a:r>
          </a:p>
          <a:p>
            <a:r>
              <a:rPr lang="en-US" sz="1500"/>
              <a:t>Nazim Madhavji</a:t>
            </a:r>
          </a:p>
          <a:p>
            <a:r>
              <a:rPr lang="en-US" sz="1500"/>
              <a:t>Department of Computer Science, University of Western Ontario</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16A82-0773-269C-3315-C60DF15EA3D9}"/>
              </a:ext>
            </a:extLst>
          </p:cNvPr>
          <p:cNvSpPr>
            <a:spLocks noGrp="1"/>
          </p:cNvSpPr>
          <p:nvPr>
            <p:ph type="title"/>
          </p:nvPr>
        </p:nvSpPr>
        <p:spPr/>
        <p:txBody>
          <a:bodyPr/>
          <a:lstStyle/>
          <a:p>
            <a:r>
              <a:rPr lang="en-US"/>
              <a:t>Demo breakdown</a:t>
            </a:r>
          </a:p>
        </p:txBody>
      </p:sp>
      <p:graphicFrame>
        <p:nvGraphicFramePr>
          <p:cNvPr id="4" name="Content Placeholder 3">
            <a:extLst>
              <a:ext uri="{FF2B5EF4-FFF2-40B4-BE49-F238E27FC236}">
                <a16:creationId xmlns:a16="http://schemas.microsoft.com/office/drawing/2014/main" id="{810C7181-4290-C1C5-133B-5A8AFED40367}"/>
              </a:ext>
            </a:extLst>
          </p:cNvPr>
          <p:cNvGraphicFramePr>
            <a:graphicFrameLocks noGrp="1"/>
          </p:cNvGraphicFramePr>
          <p:nvPr>
            <p:ph idx="1"/>
            <p:extLst>
              <p:ext uri="{D42A27DB-BD31-4B8C-83A1-F6EECF244321}">
                <p14:modId xmlns:p14="http://schemas.microsoft.com/office/powerpoint/2010/main" val="2108995541"/>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853294008"/>
                    </a:ext>
                  </a:extLst>
                </a:gridCol>
                <a:gridCol w="5257800">
                  <a:extLst>
                    <a:ext uri="{9D8B030D-6E8A-4147-A177-3AD203B41FA5}">
                      <a16:colId xmlns:a16="http://schemas.microsoft.com/office/drawing/2014/main" val="2633159886"/>
                    </a:ext>
                  </a:extLst>
                </a:gridCol>
              </a:tblGrid>
              <a:tr h="370840">
                <a:tc>
                  <a:txBody>
                    <a:bodyPr/>
                    <a:lstStyle/>
                    <a:p>
                      <a:r>
                        <a:rPr lang="en-US"/>
                        <a:t>Assigned</a:t>
                      </a:r>
                    </a:p>
                  </a:txBody>
                  <a:tcPr/>
                </a:tc>
                <a:tc>
                  <a:txBody>
                    <a:bodyPr/>
                    <a:lstStyle/>
                    <a:p>
                      <a:r>
                        <a:rPr lang="en-US"/>
                        <a:t>Demo</a:t>
                      </a:r>
                    </a:p>
                  </a:txBody>
                  <a:tcPr/>
                </a:tc>
                <a:extLst>
                  <a:ext uri="{0D108BD9-81ED-4DB2-BD59-A6C34878D82A}">
                    <a16:rowId xmlns:a16="http://schemas.microsoft.com/office/drawing/2014/main" val="73127443"/>
                  </a:ext>
                </a:extLst>
              </a:tr>
              <a:tr h="370840">
                <a:tc>
                  <a:txBody>
                    <a:bodyPr/>
                    <a:lstStyle/>
                    <a:p>
                      <a:r>
                        <a:rPr lang="en-US"/>
                        <a:t>Vincent Li</a:t>
                      </a:r>
                    </a:p>
                  </a:txBody>
                  <a:tcPr/>
                </a:tc>
                <a:tc>
                  <a:txBody>
                    <a:bodyPr/>
                    <a:lstStyle/>
                    <a:p>
                      <a:pPr lvl="0">
                        <a:buNone/>
                      </a:pPr>
                      <a:r>
                        <a:rPr lang="en-US" sz="1800" b="0" i="0" u="none" strike="noStrike" noProof="0">
                          <a:solidFill>
                            <a:srgbClr val="000000"/>
                          </a:solidFill>
                          <a:latin typeface="Aptos"/>
                        </a:rPr>
                        <a:t>Security and JWT, Demo</a:t>
                      </a:r>
                    </a:p>
                  </a:txBody>
                  <a:tcPr/>
                </a:tc>
                <a:extLst>
                  <a:ext uri="{0D108BD9-81ED-4DB2-BD59-A6C34878D82A}">
                    <a16:rowId xmlns:a16="http://schemas.microsoft.com/office/drawing/2014/main" val="561594230"/>
                  </a:ext>
                </a:extLst>
              </a:tr>
              <a:tr h="370840">
                <a:tc>
                  <a:txBody>
                    <a:bodyPr/>
                    <a:lstStyle/>
                    <a:p>
                      <a:pPr lvl="0" algn="l">
                        <a:lnSpc>
                          <a:spcPct val="100000"/>
                        </a:lnSpc>
                        <a:spcBef>
                          <a:spcPts val="0"/>
                        </a:spcBef>
                        <a:spcAft>
                          <a:spcPts val="0"/>
                        </a:spcAft>
                        <a:buNone/>
                      </a:pPr>
                      <a:r>
                        <a:rPr lang="en-US" sz="1800" b="0" i="0" u="none" strike="noStrike" noProof="0">
                          <a:latin typeface="Aptos"/>
                        </a:rPr>
                        <a:t>Ahsan Ali Laghari</a:t>
                      </a:r>
                      <a:endParaRPr lang="en-US"/>
                    </a:p>
                  </a:txBody>
                  <a:tcPr/>
                </a:tc>
                <a:tc>
                  <a:txBody>
                    <a:bodyPr/>
                    <a:lstStyle/>
                    <a:p>
                      <a:r>
                        <a:rPr lang="en-US"/>
                        <a:t>Demo </a:t>
                      </a:r>
                    </a:p>
                  </a:txBody>
                  <a:tcPr/>
                </a:tc>
                <a:extLst>
                  <a:ext uri="{0D108BD9-81ED-4DB2-BD59-A6C34878D82A}">
                    <a16:rowId xmlns:a16="http://schemas.microsoft.com/office/drawing/2014/main" val="4027834695"/>
                  </a:ext>
                </a:extLst>
              </a:tr>
              <a:tr h="370840">
                <a:tc>
                  <a:txBody>
                    <a:bodyPr/>
                    <a:lstStyle/>
                    <a:p>
                      <a:pPr lvl="0" algn="l">
                        <a:lnSpc>
                          <a:spcPct val="100000"/>
                        </a:lnSpc>
                        <a:spcBef>
                          <a:spcPts val="0"/>
                        </a:spcBef>
                        <a:spcAft>
                          <a:spcPts val="0"/>
                        </a:spcAft>
                        <a:buNone/>
                      </a:pPr>
                      <a:r>
                        <a:rPr lang="en-US" sz="1800" b="0" i="0" u="none" strike="noStrike" noProof="0">
                          <a:latin typeface="Aptos"/>
                        </a:rPr>
                        <a:t>Leen Al-Jallad</a:t>
                      </a:r>
                      <a:endParaRPr lang="en-US"/>
                    </a:p>
                  </a:txBody>
                  <a:tcPr/>
                </a:tc>
                <a:tc>
                  <a:txBody>
                    <a:bodyPr/>
                    <a:lstStyle/>
                    <a:p>
                      <a:r>
                        <a:rPr lang="en-US"/>
                        <a:t>IBM Cloud, Caching Mechanisms</a:t>
                      </a:r>
                    </a:p>
                  </a:txBody>
                  <a:tcPr/>
                </a:tc>
                <a:extLst>
                  <a:ext uri="{0D108BD9-81ED-4DB2-BD59-A6C34878D82A}">
                    <a16:rowId xmlns:a16="http://schemas.microsoft.com/office/drawing/2014/main" val="941321779"/>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Balaaj Arbab  </a:t>
                      </a:r>
                    </a:p>
                  </a:txBody>
                  <a:tcPr/>
                </a:tc>
                <a:tc>
                  <a:txBody>
                    <a:bodyPr/>
                    <a:lstStyle/>
                    <a:p>
                      <a:r>
                        <a:rPr lang="en-US"/>
                        <a:t>Azure, Caching Mechanisms</a:t>
                      </a:r>
                    </a:p>
                  </a:txBody>
                  <a:tcPr/>
                </a:tc>
                <a:extLst>
                  <a:ext uri="{0D108BD9-81ED-4DB2-BD59-A6C34878D82A}">
                    <a16:rowId xmlns:a16="http://schemas.microsoft.com/office/drawing/2014/main" val="468717719"/>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Anusha Sheikh</a:t>
                      </a:r>
                    </a:p>
                  </a:txBody>
                  <a:tcPr/>
                </a:tc>
                <a:tc>
                  <a:txBody>
                    <a:bodyPr/>
                    <a:lstStyle/>
                    <a:p>
                      <a:r>
                        <a:rPr lang="en-US"/>
                        <a:t>Cloud deployment, </a:t>
                      </a:r>
                      <a:r>
                        <a:rPr lang="en-US" sz="1800" b="0" i="0" u="none" strike="noStrike" noProof="0">
                          <a:solidFill>
                            <a:srgbClr val="000000"/>
                          </a:solidFill>
                          <a:latin typeface="Aptos"/>
                        </a:rPr>
                        <a:t>IBM SQL Database </a:t>
                      </a:r>
                      <a:endParaRPr lang="en-US"/>
                    </a:p>
                  </a:txBody>
                  <a:tcPr/>
                </a:tc>
                <a:extLst>
                  <a:ext uri="{0D108BD9-81ED-4DB2-BD59-A6C34878D82A}">
                    <a16:rowId xmlns:a16="http://schemas.microsoft.com/office/drawing/2014/main" val="351625940"/>
                  </a:ext>
                </a:extLst>
              </a:tr>
              <a:tr h="370840">
                <a:tc>
                  <a:txBody>
                    <a:bodyPr/>
                    <a:lstStyle/>
                    <a:p>
                      <a:pPr lvl="0">
                        <a:buNone/>
                      </a:pPr>
                      <a:r>
                        <a:rPr lang="en-US" sz="1800" b="0" i="0" u="none" strike="noStrike" noProof="0">
                          <a:solidFill>
                            <a:srgbClr val="000000"/>
                          </a:solidFill>
                          <a:latin typeface="Aptos"/>
                        </a:rPr>
                        <a:t>River Wang </a:t>
                      </a:r>
                      <a:endParaRPr lang="en-US"/>
                    </a:p>
                  </a:txBody>
                  <a:tcPr/>
                </a:tc>
                <a:tc>
                  <a:txBody>
                    <a:bodyPr/>
                    <a:lstStyle/>
                    <a:p>
                      <a:r>
                        <a:rPr lang="en-US"/>
                        <a:t>Modifiability, and Allocation Structures, GCP</a:t>
                      </a:r>
                    </a:p>
                  </a:txBody>
                  <a:tcPr/>
                </a:tc>
                <a:extLst>
                  <a:ext uri="{0D108BD9-81ED-4DB2-BD59-A6C34878D82A}">
                    <a16:rowId xmlns:a16="http://schemas.microsoft.com/office/drawing/2014/main" val="3930090719"/>
                  </a:ext>
                </a:extLst>
              </a:tr>
            </a:tbl>
          </a:graphicData>
        </a:graphic>
      </p:graphicFrame>
    </p:spTree>
    <p:extLst>
      <p:ext uri="{BB962C8B-B14F-4D97-AF65-F5344CB8AC3E}">
        <p14:creationId xmlns:p14="http://schemas.microsoft.com/office/powerpoint/2010/main" val="1533982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37F7111-B3DB-D7B7-2588-34F367531F98}"/>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a:t>Modifiability</a:t>
            </a:r>
            <a:endParaRPr lang="en-US" sz="7200" kern="120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2538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F8095-DDAE-59C2-1F7E-3FEC27B88B90}"/>
              </a:ext>
            </a:extLst>
          </p:cNvPr>
          <p:cNvSpPr>
            <a:spLocks noGrp="1"/>
          </p:cNvSpPr>
          <p:nvPr>
            <p:ph type="title"/>
          </p:nvPr>
        </p:nvSpPr>
        <p:spPr/>
        <p:txBody>
          <a:bodyPr>
            <a:normAutofit/>
          </a:bodyPr>
          <a:lstStyle/>
          <a:p>
            <a:r>
              <a:rPr lang="en-US" sz="4000"/>
              <a:t>Modifiability</a:t>
            </a:r>
          </a:p>
        </p:txBody>
      </p:sp>
      <p:sp>
        <p:nvSpPr>
          <p:cNvPr id="3" name="Content Placeholder 2">
            <a:extLst>
              <a:ext uri="{FF2B5EF4-FFF2-40B4-BE49-F238E27FC236}">
                <a16:creationId xmlns:a16="http://schemas.microsoft.com/office/drawing/2014/main" id="{77A5EFFE-DDA4-D1F9-EB87-622776B04730}"/>
              </a:ext>
            </a:extLst>
          </p:cNvPr>
          <p:cNvSpPr>
            <a:spLocks noGrp="1"/>
          </p:cNvSpPr>
          <p:nvPr>
            <p:ph idx="1"/>
          </p:nvPr>
        </p:nvSpPr>
        <p:spPr>
          <a:xfrm>
            <a:off x="838200" y="1825625"/>
            <a:ext cx="9081837" cy="4351338"/>
          </a:xfrm>
        </p:spPr>
        <p:txBody>
          <a:bodyPr vert="horz" lIns="91440" tIns="45720" rIns="91440" bIns="45720" rtlCol="0" anchor="t">
            <a:normAutofit/>
          </a:bodyPr>
          <a:lstStyle/>
          <a:p>
            <a:pPr marL="0" indent="0">
              <a:buNone/>
            </a:pPr>
            <a:r>
              <a:rPr lang="en-US" sz="2400" b="1"/>
              <a:t>Traits:</a:t>
            </a:r>
          </a:p>
          <a:p>
            <a:pPr>
              <a:buFont typeface="Calibri" panose="020B0604020202020204" pitchFamily="34" charset="0"/>
              <a:buChar char="-"/>
            </a:pPr>
            <a:r>
              <a:rPr lang="en-US" sz="2000"/>
              <a:t>Cloud agnostic</a:t>
            </a:r>
          </a:p>
          <a:p>
            <a:pPr>
              <a:buFont typeface="Calibri" panose="020B0604020202020204" pitchFamily="34" charset="0"/>
              <a:buChar char="-"/>
            </a:pPr>
            <a:r>
              <a:rPr lang="en-US" sz="2000"/>
              <a:t>Language agnostic</a:t>
            </a:r>
          </a:p>
          <a:p>
            <a:pPr marL="0" indent="0">
              <a:buNone/>
            </a:pPr>
            <a:r>
              <a:rPr lang="en-US" sz="2400" b="1"/>
              <a:t>Tactics:</a:t>
            </a:r>
          </a:p>
          <a:p>
            <a:pPr>
              <a:buFont typeface="Calibri" panose="020B0604020202020204" pitchFamily="34" charset="0"/>
              <a:buChar char="-"/>
            </a:pPr>
            <a:r>
              <a:rPr lang="en-US" sz="2000"/>
              <a:t>Reduced coupling (through intermediaries and encapsulation)</a:t>
            </a:r>
          </a:p>
          <a:p>
            <a:pPr>
              <a:buFont typeface="Calibri" panose="020B0604020202020204" pitchFamily="34" charset="0"/>
              <a:buChar char="-"/>
            </a:pPr>
            <a:r>
              <a:rPr lang="en-US" sz="2000"/>
              <a:t>Deferred Binding (through service discovery and resource files)</a:t>
            </a:r>
          </a:p>
          <a:p>
            <a:pPr marL="0" indent="0">
              <a:buNone/>
            </a:pPr>
            <a:r>
              <a:rPr lang="en-US" sz="2400" b="1"/>
              <a:t>Benefits:</a:t>
            </a:r>
          </a:p>
          <a:p>
            <a:pPr>
              <a:buFont typeface="Calibri" panose="020B0604020202020204" pitchFamily="34" charset="0"/>
              <a:buChar char="-"/>
            </a:pPr>
            <a:r>
              <a:rPr lang="en-US" sz="2000"/>
              <a:t>Organizational flexibility</a:t>
            </a:r>
          </a:p>
          <a:p>
            <a:pPr>
              <a:buFont typeface="Calibri" panose="020B0604020202020204" pitchFamily="34" charset="0"/>
              <a:buChar char="-"/>
            </a:pPr>
            <a:r>
              <a:rPr lang="en-US" sz="2000"/>
              <a:t>Low cost to modify</a:t>
            </a:r>
          </a:p>
          <a:p>
            <a:pPr>
              <a:buFont typeface="Calibri" panose="020B0604020202020204" pitchFamily="34" charset="0"/>
              <a:buChar char="-"/>
            </a:pPr>
            <a:r>
              <a:rPr lang="en-US" sz="2000"/>
              <a:t>High portability</a:t>
            </a:r>
          </a:p>
        </p:txBody>
      </p:sp>
    </p:spTree>
    <p:extLst>
      <p:ext uri="{BB962C8B-B14F-4D97-AF65-F5344CB8AC3E}">
        <p14:creationId xmlns:p14="http://schemas.microsoft.com/office/powerpoint/2010/main" val="1628934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Address Book outline">
            <a:extLst>
              <a:ext uri="{FF2B5EF4-FFF2-40B4-BE49-F238E27FC236}">
                <a16:creationId xmlns:a16="http://schemas.microsoft.com/office/drawing/2014/main" id="{E60FC7C3-068F-B479-0F97-7345643A3C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616" y="1347538"/>
            <a:ext cx="914400" cy="914400"/>
          </a:xfrm>
          <a:prstGeom prst="rect">
            <a:avLst/>
          </a:prstGeom>
        </p:spPr>
      </p:pic>
      <p:sp>
        <p:nvSpPr>
          <p:cNvPr id="6" name="TextBox 5">
            <a:extLst>
              <a:ext uri="{FF2B5EF4-FFF2-40B4-BE49-F238E27FC236}">
                <a16:creationId xmlns:a16="http://schemas.microsoft.com/office/drawing/2014/main" id="{5DC8D469-3116-E26E-5035-2A9C75879FB5}"/>
              </a:ext>
            </a:extLst>
          </p:cNvPr>
          <p:cNvSpPr txBox="1"/>
          <p:nvPr/>
        </p:nvSpPr>
        <p:spPr>
          <a:xfrm>
            <a:off x="481262" y="501315"/>
            <a:ext cx="81012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t>Allocation View</a:t>
            </a:r>
          </a:p>
        </p:txBody>
      </p:sp>
      <p:pic>
        <p:nvPicPr>
          <p:cNvPr id="8" name="Graphic 7" descr="Address Book outline">
            <a:extLst>
              <a:ext uri="{FF2B5EF4-FFF2-40B4-BE49-F238E27FC236}">
                <a16:creationId xmlns:a16="http://schemas.microsoft.com/office/drawing/2014/main" id="{344CBD2A-01B0-F10C-256A-1465605D80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8116" y="1337511"/>
            <a:ext cx="914400" cy="914400"/>
          </a:xfrm>
          <a:prstGeom prst="rect">
            <a:avLst/>
          </a:prstGeom>
        </p:spPr>
      </p:pic>
      <p:graphicFrame>
        <p:nvGraphicFramePr>
          <p:cNvPr id="10" name="Table 9">
            <a:extLst>
              <a:ext uri="{FF2B5EF4-FFF2-40B4-BE49-F238E27FC236}">
                <a16:creationId xmlns:a16="http://schemas.microsoft.com/office/drawing/2014/main" id="{19728563-DB8F-C422-247E-5DEE63D71D22}"/>
              </a:ext>
            </a:extLst>
          </p:cNvPr>
          <p:cNvGraphicFramePr>
            <a:graphicFrameLocks noGrp="1"/>
          </p:cNvGraphicFramePr>
          <p:nvPr>
            <p:extLst>
              <p:ext uri="{D42A27DB-BD31-4B8C-83A1-F6EECF244321}">
                <p14:modId xmlns:p14="http://schemas.microsoft.com/office/powerpoint/2010/main" val="168226589"/>
              </p:ext>
            </p:extLst>
          </p:nvPr>
        </p:nvGraphicFramePr>
        <p:xfrm>
          <a:off x="1680812" y="1253771"/>
          <a:ext cx="3566540" cy="1188720"/>
        </p:xfrm>
        <a:graphic>
          <a:graphicData uri="http://schemas.openxmlformats.org/drawingml/2006/table">
            <a:tbl>
              <a:tblPr firstRow="1" bandRow="1">
                <a:tableStyleId>{5C22544A-7EE6-4342-B048-85BDC9FD1C3A}</a:tableStyleId>
              </a:tblPr>
              <a:tblGrid>
                <a:gridCol w="3566540">
                  <a:extLst>
                    <a:ext uri="{9D8B030D-6E8A-4147-A177-3AD203B41FA5}">
                      <a16:colId xmlns:a16="http://schemas.microsoft.com/office/drawing/2014/main" val="3607799899"/>
                    </a:ext>
                  </a:extLst>
                </a:gridCol>
              </a:tblGrid>
              <a:tr h="370840">
                <a:tc>
                  <a:txBody>
                    <a:bodyPr/>
                    <a:lstStyle/>
                    <a:p>
                      <a:pPr algn="ctr"/>
                      <a:r>
                        <a:rPr lang="en-US" sz="2000"/>
                        <a:t>Service Registry</a:t>
                      </a:r>
                    </a:p>
                  </a:txBody>
                  <a:tcPr/>
                </a:tc>
                <a:extLst>
                  <a:ext uri="{0D108BD9-81ED-4DB2-BD59-A6C34878D82A}">
                    <a16:rowId xmlns:a16="http://schemas.microsoft.com/office/drawing/2014/main" val="1494563009"/>
                  </a:ext>
                </a:extLst>
              </a:tr>
              <a:tr h="370840">
                <a:tc>
                  <a:txBody>
                    <a:bodyPr/>
                    <a:lstStyle/>
                    <a:p>
                      <a:pPr algn="ctr"/>
                      <a:r>
                        <a:rPr lang="en-US" sz="2000"/>
                        <a:t>Ahsan</a:t>
                      </a:r>
                    </a:p>
                  </a:txBody>
                  <a:tcPr/>
                </a:tc>
                <a:extLst>
                  <a:ext uri="{0D108BD9-81ED-4DB2-BD59-A6C34878D82A}">
                    <a16:rowId xmlns:a16="http://schemas.microsoft.com/office/drawing/2014/main" val="597614346"/>
                  </a:ext>
                </a:extLst>
              </a:tr>
              <a:tr h="370840">
                <a:tc>
                  <a:txBody>
                    <a:bodyPr/>
                    <a:lstStyle/>
                    <a:p>
                      <a:pPr algn="ctr"/>
                      <a:r>
                        <a:rPr lang="en-US" sz="2000" err="1"/>
                        <a:t>Javascript</a:t>
                      </a:r>
                      <a:r>
                        <a:rPr lang="en-US" sz="2000"/>
                        <a:t>, IBM Code Engine</a:t>
                      </a:r>
                    </a:p>
                  </a:txBody>
                  <a:tcPr/>
                </a:tc>
                <a:extLst>
                  <a:ext uri="{0D108BD9-81ED-4DB2-BD59-A6C34878D82A}">
                    <a16:rowId xmlns:a16="http://schemas.microsoft.com/office/drawing/2014/main" val="74789621"/>
                  </a:ext>
                </a:extLst>
              </a:tr>
            </a:tbl>
          </a:graphicData>
        </a:graphic>
      </p:graphicFrame>
      <p:graphicFrame>
        <p:nvGraphicFramePr>
          <p:cNvPr id="11" name="Table 10">
            <a:extLst>
              <a:ext uri="{FF2B5EF4-FFF2-40B4-BE49-F238E27FC236}">
                <a16:creationId xmlns:a16="http://schemas.microsoft.com/office/drawing/2014/main" id="{19EB0A24-E71A-7765-7DFA-3C6CE3B566A1}"/>
              </a:ext>
            </a:extLst>
          </p:cNvPr>
          <p:cNvGraphicFramePr>
            <a:graphicFrameLocks noGrp="1"/>
          </p:cNvGraphicFramePr>
          <p:nvPr>
            <p:extLst>
              <p:ext uri="{D42A27DB-BD31-4B8C-83A1-F6EECF244321}">
                <p14:modId xmlns:p14="http://schemas.microsoft.com/office/powerpoint/2010/main" val="3681020402"/>
              </p:ext>
            </p:extLst>
          </p:nvPr>
        </p:nvGraphicFramePr>
        <p:xfrm>
          <a:off x="6443312" y="1253771"/>
          <a:ext cx="3867332" cy="1188720"/>
        </p:xfrm>
        <a:graphic>
          <a:graphicData uri="http://schemas.openxmlformats.org/drawingml/2006/table">
            <a:tbl>
              <a:tblPr firstRow="1" bandRow="1">
                <a:tableStyleId>{5C22544A-7EE6-4342-B048-85BDC9FD1C3A}</a:tableStyleId>
              </a:tblPr>
              <a:tblGrid>
                <a:gridCol w="3867332">
                  <a:extLst>
                    <a:ext uri="{9D8B030D-6E8A-4147-A177-3AD203B41FA5}">
                      <a16:colId xmlns:a16="http://schemas.microsoft.com/office/drawing/2014/main" val="3607799899"/>
                    </a:ext>
                  </a:extLst>
                </a:gridCol>
              </a:tblGrid>
              <a:tr h="370840">
                <a:tc>
                  <a:txBody>
                    <a:bodyPr/>
                    <a:lstStyle/>
                    <a:p>
                      <a:pPr algn="ctr"/>
                      <a:r>
                        <a:rPr lang="en-US" sz="2000"/>
                        <a:t>Service Registry UI</a:t>
                      </a:r>
                    </a:p>
                  </a:txBody>
                  <a:tcPr/>
                </a:tc>
                <a:extLst>
                  <a:ext uri="{0D108BD9-81ED-4DB2-BD59-A6C34878D82A}">
                    <a16:rowId xmlns:a16="http://schemas.microsoft.com/office/drawing/2014/main" val="1494563009"/>
                  </a:ext>
                </a:extLst>
              </a:tr>
              <a:tr h="370839">
                <a:tc>
                  <a:txBody>
                    <a:bodyPr/>
                    <a:lstStyle/>
                    <a:p>
                      <a:pPr lvl="0" algn="ctr">
                        <a:buNone/>
                      </a:pPr>
                      <a:r>
                        <a:rPr lang="en-US" sz="2000"/>
                        <a:t>Vince</a:t>
                      </a:r>
                    </a:p>
                  </a:txBody>
                  <a:tcPr/>
                </a:tc>
                <a:extLst>
                  <a:ext uri="{0D108BD9-81ED-4DB2-BD59-A6C34878D82A}">
                    <a16:rowId xmlns:a16="http://schemas.microsoft.com/office/drawing/2014/main" val="597614346"/>
                  </a:ext>
                </a:extLst>
              </a:tr>
              <a:tr h="370840">
                <a:tc>
                  <a:txBody>
                    <a:bodyPr/>
                    <a:lstStyle/>
                    <a:p>
                      <a:pPr algn="ctr"/>
                      <a:r>
                        <a:rPr lang="en-US" sz="2000"/>
                        <a:t>Typescript, React</a:t>
                      </a:r>
                    </a:p>
                  </a:txBody>
                  <a:tcPr/>
                </a:tc>
                <a:extLst>
                  <a:ext uri="{0D108BD9-81ED-4DB2-BD59-A6C34878D82A}">
                    <a16:rowId xmlns:a16="http://schemas.microsoft.com/office/drawing/2014/main" val="74789621"/>
                  </a:ext>
                </a:extLst>
              </a:tr>
            </a:tbl>
          </a:graphicData>
        </a:graphic>
      </p:graphicFrame>
      <p:pic>
        <p:nvPicPr>
          <p:cNvPr id="12" name="Graphic 11" descr="Address Book outline">
            <a:extLst>
              <a:ext uri="{FF2B5EF4-FFF2-40B4-BE49-F238E27FC236}">
                <a16:creationId xmlns:a16="http://schemas.microsoft.com/office/drawing/2014/main" id="{9EA8CADF-162B-238E-8AA5-F52B4A45CB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5563" y="3031958"/>
            <a:ext cx="914400" cy="914400"/>
          </a:xfrm>
          <a:prstGeom prst="rect">
            <a:avLst/>
          </a:prstGeom>
        </p:spPr>
      </p:pic>
      <p:graphicFrame>
        <p:nvGraphicFramePr>
          <p:cNvPr id="13" name="Table 12">
            <a:extLst>
              <a:ext uri="{FF2B5EF4-FFF2-40B4-BE49-F238E27FC236}">
                <a16:creationId xmlns:a16="http://schemas.microsoft.com/office/drawing/2014/main" id="{AB57C44D-C75E-AC06-B6D0-22E2BCF24ADD}"/>
              </a:ext>
            </a:extLst>
          </p:cNvPr>
          <p:cNvGraphicFramePr>
            <a:graphicFrameLocks noGrp="1"/>
          </p:cNvGraphicFramePr>
          <p:nvPr>
            <p:extLst>
              <p:ext uri="{D42A27DB-BD31-4B8C-83A1-F6EECF244321}">
                <p14:modId xmlns:p14="http://schemas.microsoft.com/office/powerpoint/2010/main" val="1797498818"/>
              </p:ext>
            </p:extLst>
          </p:nvPr>
        </p:nvGraphicFramePr>
        <p:xfrm>
          <a:off x="1660759" y="2948218"/>
          <a:ext cx="3576567" cy="1188720"/>
        </p:xfrm>
        <a:graphic>
          <a:graphicData uri="http://schemas.openxmlformats.org/drawingml/2006/table">
            <a:tbl>
              <a:tblPr firstRow="1" bandRow="1">
                <a:tableStyleId>{5C22544A-7EE6-4342-B048-85BDC9FD1C3A}</a:tableStyleId>
              </a:tblPr>
              <a:tblGrid>
                <a:gridCol w="3576567">
                  <a:extLst>
                    <a:ext uri="{9D8B030D-6E8A-4147-A177-3AD203B41FA5}">
                      <a16:colId xmlns:a16="http://schemas.microsoft.com/office/drawing/2014/main" val="3607799899"/>
                    </a:ext>
                  </a:extLst>
                </a:gridCol>
              </a:tblGrid>
              <a:tr h="370840">
                <a:tc>
                  <a:txBody>
                    <a:bodyPr/>
                    <a:lstStyle/>
                    <a:p>
                      <a:pPr algn="ctr"/>
                      <a:r>
                        <a:rPr lang="en-US" sz="2000"/>
                        <a:t>Trend Service</a:t>
                      </a:r>
                    </a:p>
                  </a:txBody>
                  <a:tcPr/>
                </a:tc>
                <a:extLst>
                  <a:ext uri="{0D108BD9-81ED-4DB2-BD59-A6C34878D82A}">
                    <a16:rowId xmlns:a16="http://schemas.microsoft.com/office/drawing/2014/main" val="1494563009"/>
                  </a:ext>
                </a:extLst>
              </a:tr>
              <a:tr h="370839">
                <a:tc>
                  <a:txBody>
                    <a:bodyPr/>
                    <a:lstStyle/>
                    <a:p>
                      <a:pPr lvl="0" algn="ctr">
                        <a:buNone/>
                      </a:pPr>
                      <a:r>
                        <a:rPr lang="en-US" sz="2000"/>
                        <a:t>River</a:t>
                      </a:r>
                    </a:p>
                  </a:txBody>
                  <a:tcPr/>
                </a:tc>
                <a:extLst>
                  <a:ext uri="{0D108BD9-81ED-4DB2-BD59-A6C34878D82A}">
                    <a16:rowId xmlns:a16="http://schemas.microsoft.com/office/drawing/2014/main" val="597614346"/>
                  </a:ext>
                </a:extLst>
              </a:tr>
              <a:tr h="370840">
                <a:tc>
                  <a:txBody>
                    <a:bodyPr/>
                    <a:lstStyle/>
                    <a:p>
                      <a:pPr algn="ctr"/>
                      <a:r>
                        <a:rPr lang="en-US" sz="2000"/>
                        <a:t>Golang, Google Cloud</a:t>
                      </a:r>
                    </a:p>
                  </a:txBody>
                  <a:tcPr/>
                </a:tc>
                <a:extLst>
                  <a:ext uri="{0D108BD9-81ED-4DB2-BD59-A6C34878D82A}">
                    <a16:rowId xmlns:a16="http://schemas.microsoft.com/office/drawing/2014/main" val="74789621"/>
                  </a:ext>
                </a:extLst>
              </a:tr>
            </a:tbl>
          </a:graphicData>
        </a:graphic>
      </p:graphicFrame>
      <p:pic>
        <p:nvPicPr>
          <p:cNvPr id="14" name="Graphic 13" descr="Address Book outline">
            <a:extLst>
              <a:ext uri="{FF2B5EF4-FFF2-40B4-BE49-F238E27FC236}">
                <a16:creationId xmlns:a16="http://schemas.microsoft.com/office/drawing/2014/main" id="{F57A7A21-40F6-AC2F-8B7B-25D90CFF2D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68089" y="2991852"/>
            <a:ext cx="914400" cy="914400"/>
          </a:xfrm>
          <a:prstGeom prst="rect">
            <a:avLst/>
          </a:prstGeom>
        </p:spPr>
      </p:pic>
      <p:graphicFrame>
        <p:nvGraphicFramePr>
          <p:cNvPr id="15" name="Table 14">
            <a:extLst>
              <a:ext uri="{FF2B5EF4-FFF2-40B4-BE49-F238E27FC236}">
                <a16:creationId xmlns:a16="http://schemas.microsoft.com/office/drawing/2014/main" id="{4BE03F1C-2E80-BA4E-7F39-A807D81B6370}"/>
              </a:ext>
            </a:extLst>
          </p:cNvPr>
          <p:cNvGraphicFramePr>
            <a:graphicFrameLocks noGrp="1"/>
          </p:cNvGraphicFramePr>
          <p:nvPr>
            <p:extLst>
              <p:ext uri="{D42A27DB-BD31-4B8C-83A1-F6EECF244321}">
                <p14:modId xmlns:p14="http://schemas.microsoft.com/office/powerpoint/2010/main" val="3971153382"/>
              </p:ext>
            </p:extLst>
          </p:nvPr>
        </p:nvGraphicFramePr>
        <p:xfrm>
          <a:off x="6433285" y="2908112"/>
          <a:ext cx="3877358" cy="1188720"/>
        </p:xfrm>
        <a:graphic>
          <a:graphicData uri="http://schemas.openxmlformats.org/drawingml/2006/table">
            <a:tbl>
              <a:tblPr firstRow="1" bandRow="1">
                <a:tableStyleId>{5C22544A-7EE6-4342-B048-85BDC9FD1C3A}</a:tableStyleId>
              </a:tblPr>
              <a:tblGrid>
                <a:gridCol w="3877358">
                  <a:extLst>
                    <a:ext uri="{9D8B030D-6E8A-4147-A177-3AD203B41FA5}">
                      <a16:colId xmlns:a16="http://schemas.microsoft.com/office/drawing/2014/main" val="3607799899"/>
                    </a:ext>
                  </a:extLst>
                </a:gridCol>
              </a:tblGrid>
              <a:tr h="370840">
                <a:tc>
                  <a:txBody>
                    <a:bodyPr/>
                    <a:lstStyle/>
                    <a:p>
                      <a:pPr algn="ctr"/>
                      <a:r>
                        <a:rPr lang="en-US" sz="2000"/>
                        <a:t>Stock Price Lookup Service</a:t>
                      </a:r>
                    </a:p>
                  </a:txBody>
                  <a:tcPr/>
                </a:tc>
                <a:extLst>
                  <a:ext uri="{0D108BD9-81ED-4DB2-BD59-A6C34878D82A}">
                    <a16:rowId xmlns:a16="http://schemas.microsoft.com/office/drawing/2014/main" val="1494563009"/>
                  </a:ext>
                </a:extLst>
              </a:tr>
              <a:tr h="370839">
                <a:tc>
                  <a:txBody>
                    <a:bodyPr/>
                    <a:lstStyle/>
                    <a:p>
                      <a:pPr lvl="0" algn="ctr">
                        <a:buNone/>
                      </a:pPr>
                      <a:r>
                        <a:rPr lang="en-US" sz="2000"/>
                        <a:t>Balaaj</a:t>
                      </a:r>
                    </a:p>
                  </a:txBody>
                  <a:tcPr/>
                </a:tc>
                <a:extLst>
                  <a:ext uri="{0D108BD9-81ED-4DB2-BD59-A6C34878D82A}">
                    <a16:rowId xmlns:a16="http://schemas.microsoft.com/office/drawing/2014/main" val="597614346"/>
                  </a:ext>
                </a:extLst>
              </a:tr>
              <a:tr h="370840">
                <a:tc>
                  <a:txBody>
                    <a:bodyPr/>
                    <a:lstStyle/>
                    <a:p>
                      <a:pPr algn="ctr"/>
                      <a:r>
                        <a:rPr lang="en-US" sz="2000"/>
                        <a:t>C# .NET, Azure, MongoDB</a:t>
                      </a:r>
                    </a:p>
                  </a:txBody>
                  <a:tcPr/>
                </a:tc>
                <a:extLst>
                  <a:ext uri="{0D108BD9-81ED-4DB2-BD59-A6C34878D82A}">
                    <a16:rowId xmlns:a16="http://schemas.microsoft.com/office/drawing/2014/main" val="74789621"/>
                  </a:ext>
                </a:extLst>
              </a:tr>
            </a:tbl>
          </a:graphicData>
        </a:graphic>
      </p:graphicFrame>
      <p:pic>
        <p:nvPicPr>
          <p:cNvPr id="16" name="Graphic 15" descr="Address Book outline">
            <a:extLst>
              <a:ext uri="{FF2B5EF4-FFF2-40B4-BE49-F238E27FC236}">
                <a16:creationId xmlns:a16="http://schemas.microsoft.com/office/drawing/2014/main" id="{AB195939-56D7-8039-1A51-D4DD152D55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69431" y="4636167"/>
            <a:ext cx="914400" cy="914400"/>
          </a:xfrm>
          <a:prstGeom prst="rect">
            <a:avLst/>
          </a:prstGeom>
        </p:spPr>
      </p:pic>
      <p:graphicFrame>
        <p:nvGraphicFramePr>
          <p:cNvPr id="17" name="Table 16">
            <a:extLst>
              <a:ext uri="{FF2B5EF4-FFF2-40B4-BE49-F238E27FC236}">
                <a16:creationId xmlns:a16="http://schemas.microsoft.com/office/drawing/2014/main" id="{677F70D4-127B-9A0D-45BB-3CCCA18220F8}"/>
              </a:ext>
            </a:extLst>
          </p:cNvPr>
          <p:cNvGraphicFramePr>
            <a:graphicFrameLocks noGrp="1"/>
          </p:cNvGraphicFramePr>
          <p:nvPr>
            <p:extLst>
              <p:ext uri="{D42A27DB-BD31-4B8C-83A1-F6EECF244321}">
                <p14:modId xmlns:p14="http://schemas.microsoft.com/office/powerpoint/2010/main" val="3093455307"/>
              </p:ext>
            </p:extLst>
          </p:nvPr>
        </p:nvGraphicFramePr>
        <p:xfrm>
          <a:off x="3134627" y="4552427"/>
          <a:ext cx="4629335" cy="1188720"/>
        </p:xfrm>
        <a:graphic>
          <a:graphicData uri="http://schemas.openxmlformats.org/drawingml/2006/table">
            <a:tbl>
              <a:tblPr firstRow="1" bandRow="1">
                <a:tableStyleId>{5C22544A-7EE6-4342-B048-85BDC9FD1C3A}</a:tableStyleId>
              </a:tblPr>
              <a:tblGrid>
                <a:gridCol w="4629335">
                  <a:extLst>
                    <a:ext uri="{9D8B030D-6E8A-4147-A177-3AD203B41FA5}">
                      <a16:colId xmlns:a16="http://schemas.microsoft.com/office/drawing/2014/main" val="3607799899"/>
                    </a:ext>
                  </a:extLst>
                </a:gridCol>
              </a:tblGrid>
              <a:tr h="370840">
                <a:tc>
                  <a:txBody>
                    <a:bodyPr/>
                    <a:lstStyle/>
                    <a:p>
                      <a:pPr algn="ctr"/>
                      <a:r>
                        <a:rPr lang="en-US" sz="2000"/>
                        <a:t>Market News Sentiment Service</a:t>
                      </a:r>
                    </a:p>
                  </a:txBody>
                  <a:tcPr/>
                </a:tc>
                <a:extLst>
                  <a:ext uri="{0D108BD9-81ED-4DB2-BD59-A6C34878D82A}">
                    <a16:rowId xmlns:a16="http://schemas.microsoft.com/office/drawing/2014/main" val="1494563009"/>
                  </a:ext>
                </a:extLst>
              </a:tr>
              <a:tr h="370839">
                <a:tc>
                  <a:txBody>
                    <a:bodyPr/>
                    <a:lstStyle/>
                    <a:p>
                      <a:pPr lvl="0" algn="ctr">
                        <a:buNone/>
                      </a:pPr>
                      <a:r>
                        <a:rPr lang="en-US" sz="2000"/>
                        <a:t>Leen</a:t>
                      </a:r>
                    </a:p>
                  </a:txBody>
                  <a:tcPr/>
                </a:tc>
                <a:extLst>
                  <a:ext uri="{0D108BD9-81ED-4DB2-BD59-A6C34878D82A}">
                    <a16:rowId xmlns:a16="http://schemas.microsoft.com/office/drawing/2014/main" val="597614346"/>
                  </a:ext>
                </a:extLst>
              </a:tr>
              <a:tr h="370840">
                <a:tc>
                  <a:txBody>
                    <a:bodyPr/>
                    <a:lstStyle/>
                    <a:p>
                      <a:pPr algn="ctr"/>
                      <a:r>
                        <a:rPr lang="en-US" sz="2000"/>
                        <a:t>Python, IBM Code Engine</a:t>
                      </a:r>
                    </a:p>
                  </a:txBody>
                  <a:tcPr/>
                </a:tc>
                <a:extLst>
                  <a:ext uri="{0D108BD9-81ED-4DB2-BD59-A6C34878D82A}">
                    <a16:rowId xmlns:a16="http://schemas.microsoft.com/office/drawing/2014/main" val="74789621"/>
                  </a:ext>
                </a:extLst>
              </a:tr>
            </a:tbl>
          </a:graphicData>
        </a:graphic>
      </p:graphicFrame>
    </p:spTree>
    <p:extLst>
      <p:ext uri="{BB962C8B-B14F-4D97-AF65-F5344CB8AC3E}">
        <p14:creationId xmlns:p14="http://schemas.microsoft.com/office/powerpoint/2010/main" val="2599503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Geometric white clouds on a blue sky">
            <a:extLst>
              <a:ext uri="{FF2B5EF4-FFF2-40B4-BE49-F238E27FC236}">
                <a16:creationId xmlns:a16="http://schemas.microsoft.com/office/drawing/2014/main" id="{3254F317-2FFE-C15E-0600-2BBB181A37FE}"/>
              </a:ext>
            </a:extLst>
          </p:cNvPr>
          <p:cNvPicPr>
            <a:picLocks noChangeAspect="1"/>
          </p:cNvPicPr>
          <p:nvPr/>
        </p:nvPicPr>
        <p:blipFill>
          <a:blip r:embed="rId3"/>
          <a:srcRect r="-2" b="24999"/>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DBF9C9-4124-A617-9168-59F495642368}"/>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Cloud Service Providers</a:t>
            </a: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4916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5C7C5-03C4-3BDC-DFC9-12EC06CC4031}"/>
              </a:ext>
            </a:extLst>
          </p:cNvPr>
          <p:cNvSpPr>
            <a:spLocks noGrp="1"/>
          </p:cNvSpPr>
          <p:nvPr>
            <p:ph type="title"/>
          </p:nvPr>
        </p:nvSpPr>
        <p:spPr/>
        <p:txBody>
          <a:bodyPr/>
          <a:lstStyle/>
          <a:p>
            <a:r>
              <a:rPr lang="en-US"/>
              <a:t>Deployment on IBM Cloud</a:t>
            </a:r>
          </a:p>
        </p:txBody>
      </p:sp>
      <p:graphicFrame>
        <p:nvGraphicFramePr>
          <p:cNvPr id="5" name="Content Placeholder 2">
            <a:extLst>
              <a:ext uri="{FF2B5EF4-FFF2-40B4-BE49-F238E27FC236}">
                <a16:creationId xmlns:a16="http://schemas.microsoft.com/office/drawing/2014/main" id="{42483E53-5A5D-3BE9-D57D-4329246C9C8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6240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29A7B3-5FA5-5A09-FEE3-68BD75E8EFFE}"/>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IBM Deployment Tactics</a:t>
            </a:r>
          </a:p>
        </p:txBody>
      </p:sp>
      <p:graphicFrame>
        <p:nvGraphicFramePr>
          <p:cNvPr id="5" name="Content Placeholder 2">
            <a:extLst>
              <a:ext uri="{FF2B5EF4-FFF2-40B4-BE49-F238E27FC236}">
                <a16:creationId xmlns:a16="http://schemas.microsoft.com/office/drawing/2014/main" id="{9040F5C8-1A70-10C6-DC20-000CFEE743BC}"/>
              </a:ext>
            </a:extLst>
          </p:cNvPr>
          <p:cNvGraphicFramePr>
            <a:graphicFrameLocks noGrp="1"/>
          </p:cNvGraphicFramePr>
          <p:nvPr>
            <p:ph idx="1"/>
            <p:extLst>
              <p:ext uri="{D42A27DB-BD31-4B8C-83A1-F6EECF244321}">
                <p14:modId xmlns:p14="http://schemas.microsoft.com/office/powerpoint/2010/main" val="244602425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7805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5C7C5-03C4-3BDC-DFC9-12EC06CC4031}"/>
              </a:ext>
            </a:extLst>
          </p:cNvPr>
          <p:cNvSpPr>
            <a:spLocks noGrp="1"/>
          </p:cNvSpPr>
          <p:nvPr>
            <p:ph type="title"/>
          </p:nvPr>
        </p:nvSpPr>
        <p:spPr/>
        <p:txBody>
          <a:bodyPr/>
          <a:lstStyle/>
          <a:p>
            <a:r>
              <a:rPr lang="en-US"/>
              <a:t>Deployment on Google Cloud</a:t>
            </a:r>
          </a:p>
        </p:txBody>
      </p:sp>
      <p:sp>
        <p:nvSpPr>
          <p:cNvPr id="41" name="Content Placeholder 40">
            <a:extLst>
              <a:ext uri="{FF2B5EF4-FFF2-40B4-BE49-F238E27FC236}">
                <a16:creationId xmlns:a16="http://schemas.microsoft.com/office/drawing/2014/main" id="{53191FEA-A764-E515-853C-26E94B125AC8}"/>
              </a:ext>
            </a:extLst>
          </p:cNvPr>
          <p:cNvSpPr>
            <a:spLocks noGrp="1"/>
          </p:cNvSpPr>
          <p:nvPr>
            <p:ph idx="1"/>
          </p:nvPr>
        </p:nvSpPr>
        <p:spPr/>
        <p:txBody>
          <a:bodyPr vert="horz" lIns="91440" tIns="45720" rIns="91440" bIns="45720" rtlCol="0" anchor="t">
            <a:normAutofit/>
          </a:bodyPr>
          <a:lstStyle/>
          <a:p>
            <a:pPr marL="0" indent="0">
              <a:buNone/>
            </a:pPr>
            <a:r>
              <a:rPr lang="en-US"/>
              <a:t>The Trend Service was developed using Golang</a:t>
            </a:r>
          </a:p>
          <a:p>
            <a:r>
              <a:rPr lang="en-US"/>
              <a:t>Many integrations and toolchains available for </a:t>
            </a:r>
            <a:r>
              <a:rPr lang="en-US" err="1"/>
              <a:t>golang</a:t>
            </a:r>
            <a:r>
              <a:rPr lang="en-US"/>
              <a:t> projects</a:t>
            </a:r>
          </a:p>
          <a:p>
            <a:r>
              <a:rPr lang="en-US"/>
              <a:t>Dynamic Load Balancer</a:t>
            </a:r>
          </a:p>
          <a:p>
            <a:pPr lvl="1">
              <a:buFont typeface="Calibri" panose="020B0604020202020204" pitchFamily="34" charset="0"/>
              <a:buChar char="-"/>
            </a:pPr>
            <a:r>
              <a:rPr lang="en-US"/>
              <a:t>Reconfiguration</a:t>
            </a:r>
          </a:p>
          <a:p>
            <a:r>
              <a:rPr lang="en-US"/>
              <a:t>Dynamic Scaling (1-50 instances)</a:t>
            </a:r>
          </a:p>
          <a:p>
            <a:pPr lvl="1">
              <a:buFont typeface="Calibri" panose="020B0604020202020204" pitchFamily="34" charset="0"/>
              <a:buChar char="-"/>
            </a:pPr>
            <a:r>
              <a:rPr lang="en-US"/>
              <a:t>Redundant Spares, dynamically increasing resources</a:t>
            </a:r>
          </a:p>
          <a:p>
            <a:r>
              <a:rPr lang="en-US"/>
              <a:t>CI/CD toolchains</a:t>
            </a:r>
          </a:p>
          <a:p>
            <a:pPr lvl="1">
              <a:buFont typeface="Calibri" panose="020B0604020202020204" pitchFamily="34" charset="0"/>
              <a:buChar char="-"/>
            </a:pPr>
            <a:r>
              <a:rPr lang="en-US"/>
              <a:t>Hitless in-service upgrade</a:t>
            </a:r>
          </a:p>
        </p:txBody>
      </p:sp>
    </p:spTree>
    <p:extLst>
      <p:ext uri="{BB962C8B-B14F-4D97-AF65-F5344CB8AC3E}">
        <p14:creationId xmlns:p14="http://schemas.microsoft.com/office/powerpoint/2010/main" val="2135639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5C7C5-03C4-3BDC-DFC9-12EC06CC4031}"/>
              </a:ext>
            </a:extLst>
          </p:cNvPr>
          <p:cNvSpPr>
            <a:spLocks noGrp="1"/>
          </p:cNvSpPr>
          <p:nvPr>
            <p:ph type="title"/>
          </p:nvPr>
        </p:nvSpPr>
        <p:spPr/>
        <p:txBody>
          <a:bodyPr/>
          <a:lstStyle/>
          <a:p>
            <a:r>
              <a:rPr lang="en-US"/>
              <a:t>Deployment on Azure Cloud</a:t>
            </a:r>
          </a:p>
        </p:txBody>
      </p:sp>
      <p:sp>
        <p:nvSpPr>
          <p:cNvPr id="32" name="Content Placeholder 31">
            <a:extLst>
              <a:ext uri="{FF2B5EF4-FFF2-40B4-BE49-F238E27FC236}">
                <a16:creationId xmlns:a16="http://schemas.microsoft.com/office/drawing/2014/main" id="{B3DBCB08-F1E5-AC06-2652-D70FE58CE6F3}"/>
              </a:ext>
            </a:extLst>
          </p:cNvPr>
          <p:cNvSpPr>
            <a:spLocks noGrp="1"/>
          </p:cNvSpPr>
          <p:nvPr>
            <p:ph idx="1"/>
          </p:nvPr>
        </p:nvSpPr>
        <p:spPr/>
        <p:txBody>
          <a:bodyPr vert="horz" lIns="91440" tIns="45720" rIns="91440" bIns="45720" rtlCol="0" anchor="t">
            <a:normAutofit/>
          </a:bodyPr>
          <a:lstStyle/>
          <a:p>
            <a:r>
              <a:rPr lang="en-US"/>
              <a:t>Purpose built tools and integrations for .NET/C# applications (Microsoft)</a:t>
            </a:r>
          </a:p>
          <a:p>
            <a:r>
              <a:rPr lang="en-US"/>
              <a:t>Microservice 1, </a:t>
            </a:r>
            <a:r>
              <a:rPr lang="en-US" err="1"/>
              <a:t>StockPriceLookup</a:t>
            </a:r>
            <a:r>
              <a:rPr lang="en-US"/>
              <a:t> was developed in C# and ASP.NET.</a:t>
            </a:r>
          </a:p>
          <a:p>
            <a:r>
              <a:rPr lang="en-US"/>
              <a:t>Azure offers seamless deployment for .NET/C# via Visual Studio publishing</a:t>
            </a:r>
          </a:p>
          <a:p>
            <a:r>
              <a:rPr lang="en-US"/>
              <a:t>Azure Web Apps:</a:t>
            </a:r>
          </a:p>
          <a:p>
            <a:pPr lvl="1">
              <a:buFont typeface="Courier New" panose="020B0604020202020204" pitchFamily="34" charset="0"/>
              <a:buChar char="o"/>
            </a:pPr>
            <a:r>
              <a:rPr lang="en-US"/>
              <a:t>Multiple instances of deployment (Autoscaling or Manual)</a:t>
            </a:r>
          </a:p>
          <a:p>
            <a:pPr lvl="1">
              <a:buFont typeface="Courier New" panose="020B0604020202020204" pitchFamily="34" charset="0"/>
              <a:buChar char="o"/>
            </a:pPr>
            <a:r>
              <a:rPr lang="en-US"/>
              <a:t>Dynamic load balancing between instances</a:t>
            </a:r>
          </a:p>
          <a:p>
            <a:pPr lvl="1">
              <a:buFont typeface="Courier New" panose="020B0604020202020204" pitchFamily="34" charset="0"/>
              <a:buChar char="o"/>
            </a:pPr>
            <a:r>
              <a:rPr lang="en-US"/>
              <a:t>Logging</a:t>
            </a:r>
          </a:p>
        </p:txBody>
      </p:sp>
    </p:spTree>
    <p:extLst>
      <p:ext uri="{BB962C8B-B14F-4D97-AF65-F5344CB8AC3E}">
        <p14:creationId xmlns:p14="http://schemas.microsoft.com/office/powerpoint/2010/main" val="448218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37F7111-B3DB-D7B7-2588-34F367531F98}"/>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Performance </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3236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Freeform: Shape 5">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 name="Freeform: Shape 6">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44B272F-590B-BDAC-7622-4F75F0014672}"/>
              </a:ext>
            </a:extLst>
          </p:cNvPr>
          <p:cNvSpPr>
            <a:spLocks noGrp="1"/>
          </p:cNvSpPr>
          <p:nvPr>
            <p:ph type="title"/>
          </p:nvPr>
        </p:nvSpPr>
        <p:spPr>
          <a:xfrm>
            <a:off x="838200" y="253397"/>
            <a:ext cx="10515600" cy="1273233"/>
          </a:xfrm>
        </p:spPr>
        <p:txBody>
          <a:bodyPr>
            <a:normAutofit/>
          </a:bodyPr>
          <a:lstStyle/>
          <a:p>
            <a:r>
              <a:rPr lang="en-US" sz="4000"/>
              <a:t>Performance - </a:t>
            </a:r>
            <a:br>
              <a:rPr lang="en-US" sz="4000"/>
            </a:br>
            <a:r>
              <a:rPr lang="en-US" sz="4000"/>
              <a:t>Caching Mechanisms: Redis &amp; MongoDB</a:t>
            </a:r>
          </a:p>
        </p:txBody>
      </p:sp>
      <p:sp>
        <p:nvSpPr>
          <p:cNvPr id="9" name="Rectangle 8">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DFD0721-C1ED-BDDB-6A39-22415FDA47E1}"/>
              </a:ext>
            </a:extLst>
          </p:cNvPr>
          <p:cNvSpPr>
            <a:spLocks noGrp="1"/>
          </p:cNvSpPr>
          <p:nvPr>
            <p:ph idx="1"/>
          </p:nvPr>
        </p:nvSpPr>
        <p:spPr>
          <a:xfrm>
            <a:off x="781756" y="2245191"/>
            <a:ext cx="10572044" cy="3927009"/>
          </a:xfrm>
        </p:spPr>
        <p:txBody>
          <a:bodyPr vert="horz" lIns="91440" tIns="45720" rIns="91440" bIns="45720" rtlCol="0">
            <a:normAutofit/>
          </a:bodyPr>
          <a:lstStyle/>
          <a:p>
            <a:r>
              <a:rPr lang="en-US" sz="1400" b="1"/>
              <a:t>Microservice 2:  </a:t>
            </a:r>
            <a:r>
              <a:rPr lang="en-US" sz="1400" b="1">
                <a:ea typeface="+mn-lt"/>
                <a:cs typeface="+mn-lt"/>
              </a:rPr>
              <a:t>Market News and Sentiment </a:t>
            </a:r>
            <a:r>
              <a:rPr lang="en-US" sz="1400" b="1"/>
              <a:t>--&gt; Redis</a:t>
            </a:r>
          </a:p>
          <a:p>
            <a:pPr lvl="1">
              <a:buFont typeface="Courier New" panose="020B0604020202020204" pitchFamily="34" charset="0"/>
              <a:buChar char="o"/>
            </a:pPr>
            <a:r>
              <a:rPr lang="en-US" sz="1400"/>
              <a:t>Used in real-time cache to store frequently queried news and sentiment data</a:t>
            </a:r>
          </a:p>
          <a:p>
            <a:pPr lvl="1">
              <a:buFont typeface="Courier New" panose="020B0604020202020204" pitchFamily="34" charset="0"/>
              <a:buChar char="o"/>
            </a:pPr>
            <a:r>
              <a:rPr lang="en-US" sz="1400"/>
              <a:t>Ensures low latency responses by storing the data temporarily in the memory which reduces external API calls</a:t>
            </a:r>
          </a:p>
          <a:p>
            <a:pPr lvl="1">
              <a:buFont typeface="Courier New" panose="020B0604020202020204" pitchFamily="34" charset="0"/>
              <a:buChar char="o"/>
            </a:pPr>
            <a:r>
              <a:rPr lang="en-US" sz="1400"/>
              <a:t>Enables scalability for high throughput operations handling spikes in user traffic efficiently </a:t>
            </a:r>
          </a:p>
          <a:p>
            <a:pPr lvl="1">
              <a:buFont typeface="Courier New" panose="020B0604020202020204" pitchFamily="34" charset="0"/>
              <a:buChar char="o"/>
            </a:pPr>
            <a:r>
              <a:rPr lang="en-US" sz="1400"/>
              <a:t>Minimizes the load on external APIs, and thus improving the overall performance and reducing the cost </a:t>
            </a:r>
          </a:p>
          <a:p>
            <a:pPr lvl="1">
              <a:buFont typeface="Courier New" panose="020B0604020202020204" pitchFamily="34" charset="0"/>
              <a:buChar char="o"/>
            </a:pPr>
            <a:r>
              <a:rPr lang="en-US" sz="1400"/>
              <a:t>Supports time-based  expirations which ensures that stale data is automatically cleared to maintain data relevance </a:t>
            </a:r>
          </a:p>
          <a:p>
            <a:r>
              <a:rPr lang="en-US" sz="1400" b="1"/>
              <a:t>Microservice 1: </a:t>
            </a:r>
            <a:r>
              <a:rPr lang="en-US" sz="1400" b="1">
                <a:ea typeface="+mn-lt"/>
                <a:cs typeface="+mn-lt"/>
              </a:rPr>
              <a:t>Stock Price Lookup </a:t>
            </a:r>
            <a:r>
              <a:rPr lang="en-US" sz="1400" b="1"/>
              <a:t>--&gt; MongoDB</a:t>
            </a:r>
          </a:p>
          <a:p>
            <a:pPr lvl="1">
              <a:buFont typeface="Courier New" panose="020B0604020202020204" pitchFamily="34" charset="0"/>
              <a:buChar char="o"/>
            </a:pPr>
            <a:r>
              <a:rPr lang="en-US" sz="1400"/>
              <a:t>Document(JSON)based DB used as a medium-grade cache for repeat JSON data from AV API.</a:t>
            </a:r>
          </a:p>
          <a:p>
            <a:pPr lvl="1">
              <a:buFont typeface="Courier New" panose="020B0604020202020204" pitchFamily="34" charset="0"/>
              <a:buChar char="o"/>
            </a:pPr>
            <a:r>
              <a:rPr lang="en-US" sz="1400"/>
              <a:t>Deployed using MongoDB Atlas on Azure in the same region(East-NA) as the service to reduce latency.</a:t>
            </a:r>
          </a:p>
          <a:p>
            <a:pPr lvl="1">
              <a:buFont typeface="Courier New" panose="020B0604020202020204" pitchFamily="34" charset="0"/>
              <a:buChar char="o"/>
            </a:pPr>
            <a:r>
              <a:rPr lang="en-US" sz="1400"/>
              <a:t>Contains backing replica sets of the database in case the primary fails, improving reliability and availability</a:t>
            </a:r>
          </a:p>
          <a:p>
            <a:pPr lvl="1">
              <a:buFont typeface="Courier New" panose="020B0604020202020204" pitchFamily="34" charset="0"/>
              <a:buChar char="o"/>
            </a:pPr>
            <a:r>
              <a:rPr lang="en-US" sz="1400"/>
              <a:t>Allows for sharding of the database, to split read/writes between partitions, improving performance via horizontal scaling of the database.</a:t>
            </a:r>
          </a:p>
          <a:p>
            <a:pPr marL="457200" lvl="1" indent="0">
              <a:buNone/>
            </a:pPr>
            <a:endParaRPr lang="en-US" sz="1400"/>
          </a:p>
          <a:p>
            <a:pPr marL="457200" lvl="1" indent="0">
              <a:buNone/>
            </a:pPr>
            <a:r>
              <a:rPr lang="en-US" sz="1400"/>
              <a:t>Caching also reduces calls to the AlphaVantage API saving on costs.</a:t>
            </a:r>
          </a:p>
          <a:p>
            <a:pPr marL="457200" lvl="1" indent="0">
              <a:buNone/>
            </a:pPr>
            <a:endParaRPr lang="en-US" sz="1400"/>
          </a:p>
          <a:p>
            <a:pPr marL="457200" lvl="1" indent="0">
              <a:buNone/>
            </a:pPr>
            <a:endParaRPr lang="en-US" sz="1400"/>
          </a:p>
        </p:txBody>
      </p:sp>
    </p:spTree>
    <p:extLst>
      <p:ext uri="{BB962C8B-B14F-4D97-AF65-F5344CB8AC3E}">
        <p14:creationId xmlns:p14="http://schemas.microsoft.com/office/powerpoint/2010/main" val="1367303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C03DB4-E42B-3AFF-A6C9-CCBFC95A10DC}"/>
              </a:ext>
            </a:extLst>
          </p:cNvPr>
          <p:cNvSpPr>
            <a:spLocks noGrp="1"/>
          </p:cNvSpPr>
          <p:nvPr>
            <p:ph type="title"/>
          </p:nvPr>
        </p:nvSpPr>
        <p:spPr>
          <a:xfrm>
            <a:off x="244892" y="1867686"/>
            <a:ext cx="3548816" cy="2383222"/>
          </a:xfrm>
        </p:spPr>
        <p:txBody>
          <a:bodyPr anchor="b">
            <a:normAutofit/>
          </a:bodyPr>
          <a:lstStyle/>
          <a:p>
            <a:pPr algn="ctr"/>
            <a:r>
              <a:rPr lang="en-US" sz="4000">
                <a:solidFill>
                  <a:srgbClr val="FFFFFF"/>
                </a:solidFill>
              </a:rPr>
              <a:t>Dynamic Service Registry Integration:</a:t>
            </a:r>
            <a:endParaRPr lang="en-US"/>
          </a:p>
        </p:txBody>
      </p:sp>
      <p:graphicFrame>
        <p:nvGraphicFramePr>
          <p:cNvPr id="5" name="Content Placeholder 2">
            <a:extLst>
              <a:ext uri="{FF2B5EF4-FFF2-40B4-BE49-F238E27FC236}">
                <a16:creationId xmlns:a16="http://schemas.microsoft.com/office/drawing/2014/main" id="{8371BA00-2C0B-7892-FF78-F66389948403}"/>
              </a:ext>
            </a:extLst>
          </p:cNvPr>
          <p:cNvGraphicFramePr>
            <a:graphicFrameLocks noGrp="1"/>
          </p:cNvGraphicFramePr>
          <p:nvPr>
            <p:ph idx="1"/>
            <p:extLst>
              <p:ext uri="{D42A27DB-BD31-4B8C-83A1-F6EECF244321}">
                <p14:modId xmlns:p14="http://schemas.microsoft.com/office/powerpoint/2010/main" val="316729392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6765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1ECF4-93EC-F360-CE29-FBECB259739B}"/>
              </a:ext>
            </a:extLst>
          </p:cNvPr>
          <p:cNvSpPr>
            <a:spLocks noGrp="1"/>
          </p:cNvSpPr>
          <p:nvPr>
            <p:ph type="ctrTitle"/>
          </p:nvPr>
        </p:nvSpPr>
        <p:spPr/>
        <p:txBody>
          <a:bodyPr/>
          <a:lstStyle/>
          <a:p>
            <a:r>
              <a:rPr lang="en-US"/>
              <a:t>Front-end Demo</a:t>
            </a:r>
            <a:br>
              <a:rPr lang="en-US"/>
            </a:br>
            <a:r>
              <a:rPr lang="en-US" sz="1200">
                <a:ea typeface="+mj-lt"/>
                <a:cs typeface="+mj-lt"/>
                <a:hlinkClick r:id="rId2"/>
              </a:rPr>
              <a:t>https://cs4471-frontend.1p3tqozhqyrn.us-east.codeengine.appdomain.cloud/dashboard</a:t>
            </a:r>
            <a:endParaRPr lang="en-US"/>
          </a:p>
        </p:txBody>
      </p:sp>
      <p:sp>
        <p:nvSpPr>
          <p:cNvPr id="3" name="Subtitle 2">
            <a:extLst>
              <a:ext uri="{FF2B5EF4-FFF2-40B4-BE49-F238E27FC236}">
                <a16:creationId xmlns:a16="http://schemas.microsoft.com/office/drawing/2014/main" id="{2DD36333-F662-6060-C449-EB0C0E08CE52}"/>
              </a:ext>
            </a:extLst>
          </p:cNvPr>
          <p:cNvSpPr>
            <a:spLocks noGrp="1"/>
          </p:cNvSpPr>
          <p:nvPr>
            <p:ph type="subTitle" idx="1"/>
          </p:nvPr>
        </p:nvSpPr>
        <p:spPr/>
        <p:txBody>
          <a:bodyPr vert="horz" lIns="91440" tIns="45720" rIns="91440" bIns="45720" rtlCol="0" anchor="t">
            <a:normAutofit/>
          </a:bodyPr>
          <a:lstStyle/>
          <a:p>
            <a:r>
              <a:rPr lang="en-US"/>
              <a:t>Ahsan Ali Laghari &amp; Vincent Li</a:t>
            </a:r>
          </a:p>
        </p:txBody>
      </p:sp>
    </p:spTree>
    <p:extLst>
      <p:ext uri="{BB962C8B-B14F-4D97-AF65-F5344CB8AC3E}">
        <p14:creationId xmlns:p14="http://schemas.microsoft.com/office/powerpoint/2010/main" val="2003698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diagram of a software system&#10;&#10;Description automatically generated">
            <a:extLst>
              <a:ext uri="{FF2B5EF4-FFF2-40B4-BE49-F238E27FC236}">
                <a16:creationId xmlns:a16="http://schemas.microsoft.com/office/drawing/2014/main" id="{550925BA-67EC-9FA7-D3FC-6233E6D36764}"/>
              </a:ext>
            </a:extLst>
          </p:cNvPr>
          <p:cNvPicPr>
            <a:picLocks noGrp="1" noChangeAspect="1"/>
          </p:cNvPicPr>
          <p:nvPr>
            <p:ph idx="1"/>
          </p:nvPr>
        </p:nvPicPr>
        <p:blipFill>
          <a:blip r:embed="rId2"/>
          <a:srcRect l="1315"/>
          <a:stretch/>
        </p:blipFill>
        <p:spPr>
          <a:xfrm>
            <a:off x="20" y="1282"/>
            <a:ext cx="12191980" cy="6856718"/>
          </a:xfrm>
          <a:prstGeom prst="rect">
            <a:avLst/>
          </a:prstGeom>
        </p:spPr>
      </p:pic>
    </p:spTree>
    <p:extLst>
      <p:ext uri="{BB962C8B-B14F-4D97-AF65-F5344CB8AC3E}">
        <p14:creationId xmlns:p14="http://schemas.microsoft.com/office/powerpoint/2010/main" val="2630337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66A75-1F0E-AF8D-9B1C-B456064C3935}"/>
              </a:ext>
            </a:extLst>
          </p:cNvPr>
          <p:cNvSpPr>
            <a:spLocks noGrp="1"/>
          </p:cNvSpPr>
          <p:nvPr>
            <p:ph type="title"/>
          </p:nvPr>
        </p:nvSpPr>
        <p:spPr/>
        <p:txBody>
          <a:bodyPr/>
          <a:lstStyle/>
          <a:p>
            <a:r>
              <a:rPr lang="en-US"/>
              <a:t>Security and JWT</a:t>
            </a:r>
          </a:p>
        </p:txBody>
      </p:sp>
      <p:sp>
        <p:nvSpPr>
          <p:cNvPr id="3" name="Content Placeholder 2">
            <a:extLst>
              <a:ext uri="{FF2B5EF4-FFF2-40B4-BE49-F238E27FC236}">
                <a16:creationId xmlns:a16="http://schemas.microsoft.com/office/drawing/2014/main" id="{B84B5BC0-58BF-C281-C522-83058971B0F5}"/>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a:ea typeface="+mn-lt"/>
                <a:cs typeface="+mn-lt"/>
              </a:rPr>
              <a:t>Using JWT (JSON Web Tokens) for authorization and requiring tokens on every API call when communicating with the service registry enhances security in our system. </a:t>
            </a:r>
          </a:p>
          <a:p>
            <a:r>
              <a:rPr lang="en-US" b="1">
                <a:ea typeface="+mn-lt"/>
                <a:cs typeface="+mn-lt"/>
              </a:rPr>
              <a:t>Stateless Authentication</a:t>
            </a:r>
            <a:r>
              <a:rPr lang="en-US">
                <a:ea typeface="+mn-lt"/>
                <a:cs typeface="+mn-lt"/>
              </a:rPr>
              <a:t>: JWTs are self-contained and include all the necessary information to verify the user’s identity and authorization. This allows the server to avoid maintaining session state, reducing vulnerabilities </a:t>
            </a:r>
          </a:p>
          <a:p>
            <a:r>
              <a:rPr lang="en-US" b="1">
                <a:ea typeface="+mn-lt"/>
                <a:cs typeface="+mn-lt"/>
              </a:rPr>
              <a:t>Granular Access Control</a:t>
            </a:r>
            <a:r>
              <a:rPr lang="en-US">
                <a:ea typeface="+mn-lt"/>
                <a:cs typeface="+mn-lt"/>
              </a:rPr>
              <a:t>: JWT payloads can include claims that define the user’s roles, permissions, or scopes. APIs can validate these claims to enforce fine-grained access control, ensuring users only access what they're authorized to.</a:t>
            </a:r>
            <a:endParaRPr lang="en-US"/>
          </a:p>
          <a:p>
            <a:r>
              <a:rPr lang="en-US">
                <a:ea typeface="+mn-lt"/>
                <a:cs typeface="+mn-lt"/>
              </a:rPr>
              <a:t>This approach not only strengthens security but also improves the flexibility and scalability of the application.</a:t>
            </a:r>
            <a:endParaRPr lang="en-US"/>
          </a:p>
          <a:p>
            <a:pPr marL="0" indent="0">
              <a:buNone/>
            </a:pPr>
            <a:endParaRPr lang="en-US"/>
          </a:p>
          <a:p>
            <a:endParaRPr lang="en-US"/>
          </a:p>
        </p:txBody>
      </p:sp>
    </p:spTree>
    <p:extLst>
      <p:ext uri="{BB962C8B-B14F-4D97-AF65-F5344CB8AC3E}">
        <p14:creationId xmlns:p14="http://schemas.microsoft.com/office/powerpoint/2010/main" val="2286402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4FABA-4CBC-3B45-981C-84FA2C3E3F41}"/>
              </a:ext>
            </a:extLst>
          </p:cNvPr>
          <p:cNvSpPr>
            <a:spLocks noGrp="1"/>
          </p:cNvSpPr>
          <p:nvPr>
            <p:ph type="title"/>
          </p:nvPr>
        </p:nvSpPr>
        <p:spPr/>
        <p:txBody>
          <a:bodyPr/>
          <a:lstStyle/>
          <a:p>
            <a:r>
              <a:rPr lang="en-US"/>
              <a:t>Availability</a:t>
            </a:r>
          </a:p>
        </p:txBody>
      </p:sp>
      <p:sp>
        <p:nvSpPr>
          <p:cNvPr id="3" name="Content Placeholder 2">
            <a:extLst>
              <a:ext uri="{FF2B5EF4-FFF2-40B4-BE49-F238E27FC236}">
                <a16:creationId xmlns:a16="http://schemas.microsoft.com/office/drawing/2014/main" id="{40FE08B1-B308-4C42-213F-D97E97D30E06}"/>
              </a:ext>
            </a:extLst>
          </p:cNvPr>
          <p:cNvSpPr>
            <a:spLocks noGrp="1"/>
          </p:cNvSpPr>
          <p:nvPr>
            <p:ph idx="1"/>
          </p:nvPr>
        </p:nvSpPr>
        <p:spPr/>
        <p:txBody>
          <a:bodyPr vert="horz" lIns="91440" tIns="45720" rIns="91440" bIns="45720" rtlCol="0" anchor="t">
            <a:normAutofit/>
          </a:bodyPr>
          <a:lstStyle/>
          <a:p>
            <a:pPr marL="342900" indent="-342900">
              <a:buFont typeface="Calibri" panose="020B0604020202020204" pitchFamily="34" charset="0"/>
              <a:buChar char="-"/>
            </a:pPr>
            <a:r>
              <a:rPr lang="en-US" sz="2000"/>
              <a:t>Cloud database utilized to sync data</a:t>
            </a:r>
          </a:p>
          <a:p>
            <a:pPr marL="342900" indent="-342900">
              <a:buFont typeface="Calibri" panose="020B0604020202020204" pitchFamily="34" charset="0"/>
              <a:buChar char="-"/>
            </a:pPr>
            <a:r>
              <a:rPr lang="en-US" sz="2000"/>
              <a:t>Automated CI/CD</a:t>
            </a:r>
          </a:p>
          <a:p>
            <a:pPr marL="0" indent="0">
              <a:buNone/>
            </a:pPr>
            <a:r>
              <a:rPr lang="en-US" sz="2400" b="1"/>
              <a:t>Tactics:</a:t>
            </a:r>
          </a:p>
          <a:p>
            <a:pPr marL="342900" indent="-342900">
              <a:buFont typeface="Calibri" panose="020B0604020202020204" pitchFamily="34" charset="0"/>
              <a:buChar char="-"/>
            </a:pPr>
            <a:r>
              <a:rPr lang="en-US" sz="2000"/>
              <a:t>State resync (through cloud database)</a:t>
            </a:r>
          </a:p>
          <a:p>
            <a:pPr marL="342900" indent="-342900">
              <a:buFont typeface="Calibri" panose="020B0604020202020204" pitchFamily="34" charset="0"/>
              <a:buChar char="-"/>
            </a:pPr>
            <a:r>
              <a:rPr lang="en-US" sz="2000"/>
              <a:t>Redundant spares</a:t>
            </a:r>
          </a:p>
          <a:p>
            <a:pPr marL="342900" indent="-342900">
              <a:buFont typeface="Calibri" panose="020B0604020202020204" pitchFamily="34" charset="0"/>
              <a:buChar char="-"/>
            </a:pPr>
            <a:r>
              <a:rPr lang="en-US" sz="2000"/>
              <a:t>State rollbacks (in case of build/environmental failures)</a:t>
            </a:r>
          </a:p>
          <a:p>
            <a:pPr marL="342900" indent="-342900">
              <a:buFont typeface="Calibri" panose="020B0604020202020204" pitchFamily="34" charset="0"/>
              <a:buChar char="-"/>
            </a:pPr>
            <a:r>
              <a:rPr lang="en-US" sz="2000"/>
              <a:t>Hitless in-service upgrades (through CI/CD and request routing)</a:t>
            </a:r>
          </a:p>
          <a:p>
            <a:pPr marL="0" indent="0">
              <a:buNone/>
            </a:pPr>
            <a:r>
              <a:rPr lang="en-US" sz="2400" b="1"/>
              <a:t>Benefits:</a:t>
            </a:r>
          </a:p>
          <a:p>
            <a:pPr marL="342900" indent="-342900">
              <a:buFont typeface="Calibri" panose="020B0604020202020204" pitchFamily="34" charset="0"/>
              <a:buChar char="-"/>
            </a:pPr>
            <a:r>
              <a:rPr lang="en-US" sz="2000"/>
              <a:t>If services fail, the integrity and continuity of data is maintained</a:t>
            </a:r>
          </a:p>
          <a:p>
            <a:pPr marL="342900" indent="-342900">
              <a:buFont typeface="Calibri" panose="020B0604020202020204" pitchFamily="34" charset="0"/>
              <a:buChar char="-"/>
            </a:pPr>
            <a:r>
              <a:rPr lang="en-US" sz="2000"/>
              <a:t>Other spares and instances can resync state with cloud database</a:t>
            </a:r>
          </a:p>
        </p:txBody>
      </p:sp>
    </p:spTree>
    <p:extLst>
      <p:ext uri="{BB962C8B-B14F-4D97-AF65-F5344CB8AC3E}">
        <p14:creationId xmlns:p14="http://schemas.microsoft.com/office/powerpoint/2010/main" val="1451550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66A75-1F0E-AF8D-9B1C-B456064C3935}"/>
              </a:ext>
            </a:extLst>
          </p:cNvPr>
          <p:cNvSpPr>
            <a:spLocks noGrp="1"/>
          </p:cNvSpPr>
          <p:nvPr>
            <p:ph type="title"/>
          </p:nvPr>
        </p:nvSpPr>
        <p:spPr/>
        <p:txBody>
          <a:bodyPr/>
          <a:lstStyle/>
          <a:p>
            <a:r>
              <a:rPr lang="en-US"/>
              <a:t>Scalability, Availability and Resilience</a:t>
            </a:r>
          </a:p>
        </p:txBody>
      </p:sp>
      <p:sp>
        <p:nvSpPr>
          <p:cNvPr id="3" name="Content Placeholder 2">
            <a:extLst>
              <a:ext uri="{FF2B5EF4-FFF2-40B4-BE49-F238E27FC236}">
                <a16:creationId xmlns:a16="http://schemas.microsoft.com/office/drawing/2014/main" id="{B84B5BC0-58BF-C281-C522-83058971B0F5}"/>
              </a:ext>
            </a:extLst>
          </p:cNvPr>
          <p:cNvSpPr>
            <a:spLocks noGrp="1"/>
          </p:cNvSpPr>
          <p:nvPr>
            <p:ph idx="1"/>
          </p:nvPr>
        </p:nvSpPr>
        <p:spPr/>
        <p:txBody>
          <a:bodyPr vert="horz" lIns="91440" tIns="45720" rIns="91440" bIns="45720" rtlCol="0" anchor="t">
            <a:normAutofit/>
          </a:bodyPr>
          <a:lstStyle/>
          <a:p>
            <a:r>
              <a:rPr lang="en-US"/>
              <a:t>Hosting platforms used on each of the cloud platforms offer scalability via increasing instance count of each webapp deployment(auto-scaling or manual)</a:t>
            </a:r>
          </a:p>
          <a:p>
            <a:r>
              <a:rPr lang="en-US"/>
              <a:t>Each cloud platform offers a load balancer to divide traffic between instances.</a:t>
            </a:r>
          </a:p>
          <a:p>
            <a:r>
              <a:rPr lang="en-US"/>
              <a:t>Improved Resilience and Availability within the system, for each service.</a:t>
            </a:r>
          </a:p>
          <a:p>
            <a:r>
              <a:rPr lang="en-US"/>
              <a:t>Improved ability to handle surges in incoming traffic.</a:t>
            </a:r>
          </a:p>
        </p:txBody>
      </p:sp>
    </p:spTree>
    <p:extLst>
      <p:ext uri="{BB962C8B-B14F-4D97-AF65-F5344CB8AC3E}">
        <p14:creationId xmlns:p14="http://schemas.microsoft.com/office/powerpoint/2010/main" val="2478839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18</Slides>
  <Notes>5</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Distributed Stock Data Platform</vt:lpstr>
      <vt:lpstr>Demo breakdown</vt:lpstr>
      <vt:lpstr>Modifiability</vt:lpstr>
      <vt:lpstr>Modifiability</vt:lpstr>
      <vt:lpstr>PowerPoint Presentation</vt:lpstr>
      <vt:lpstr>Cloud Service Providers</vt:lpstr>
      <vt:lpstr>Deployment on IBM Cloud</vt:lpstr>
      <vt:lpstr>IBM Deployment Tactics</vt:lpstr>
      <vt:lpstr>Deployment on Google Cloud</vt:lpstr>
      <vt:lpstr>Deployment on Azure Cloud</vt:lpstr>
      <vt:lpstr>Performance </vt:lpstr>
      <vt:lpstr>Performance -  Caching Mechanisms: Redis &amp; MongoDB</vt:lpstr>
      <vt:lpstr>Dynamic Service Registry Integration:</vt:lpstr>
      <vt:lpstr>Front-end Demo https://cs4471-frontend.1p3tqozhqyrn.us-east.codeengine.appdomain.cloud/dashboard</vt:lpstr>
      <vt:lpstr>PowerPoint Presentation</vt:lpstr>
      <vt:lpstr>Security and JWT</vt:lpstr>
      <vt:lpstr>Availability</vt:lpstr>
      <vt:lpstr>Scalability, Availability and Resilience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2024-12-04T04:06:50Z</dcterms:created>
  <dcterms:modified xsi:type="dcterms:W3CDTF">2024-12-06T03:50:56Z</dcterms:modified>
</cp:coreProperties>
</file>